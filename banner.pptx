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" ContentType="image/tif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5" d="100"/>
          <a:sy n="115" d="100"/>
        </p:scale>
        <p:origin x="-96" y="-21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"/><Relationship Id="rId2" Type="http://schemas.openxmlformats.org/officeDocument/2006/relationships/image" Target="../media/image2.jpeg"/><Relationship Id="rId1" Type="http://schemas.openxmlformats.org/officeDocument/2006/relationships/image" Target="../media/image1.png"/><Relationship Id="rId5" Type="http://schemas.openxmlformats.org/officeDocument/2006/relationships/image" Target="../media/image5.jpg"/><Relationship Id="rId4" Type="http://schemas.openxmlformats.org/officeDocument/2006/relationships/image" Target="../media/image4.jpe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"/><Relationship Id="rId2" Type="http://schemas.openxmlformats.org/officeDocument/2006/relationships/image" Target="../media/image6.jpeg"/><Relationship Id="rId1" Type="http://schemas.openxmlformats.org/officeDocument/2006/relationships/image" Target="../media/image1.png"/><Relationship Id="rId5" Type="http://schemas.openxmlformats.org/officeDocument/2006/relationships/image" Target="../media/image5.jpg"/><Relationship Id="rId4" Type="http://schemas.openxmlformats.org/officeDocument/2006/relationships/image" Target="../media/image7.jpe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"/><Relationship Id="rId2" Type="http://schemas.openxmlformats.org/officeDocument/2006/relationships/image" Target="../media/image2.jpeg"/><Relationship Id="rId1" Type="http://schemas.openxmlformats.org/officeDocument/2006/relationships/image" Target="../media/image1.png"/><Relationship Id="rId5" Type="http://schemas.openxmlformats.org/officeDocument/2006/relationships/image" Target="../media/image5.jpg"/><Relationship Id="rId4" Type="http://schemas.openxmlformats.org/officeDocument/2006/relationships/image" Target="../media/image4.jpe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"/><Relationship Id="rId2" Type="http://schemas.openxmlformats.org/officeDocument/2006/relationships/image" Target="../media/image6.jpeg"/><Relationship Id="rId1" Type="http://schemas.openxmlformats.org/officeDocument/2006/relationships/image" Target="../media/image1.png"/><Relationship Id="rId5" Type="http://schemas.openxmlformats.org/officeDocument/2006/relationships/image" Target="../media/image5.jpg"/><Relationship Id="rId4" Type="http://schemas.openxmlformats.org/officeDocument/2006/relationships/image" Target="../media/image7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8D6B7C6-4CC3-4CD7-8C87-7597E3C19B01}" type="doc">
      <dgm:prSet loTypeId="urn:microsoft.com/office/officeart/2005/8/layout/hProcess10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C9BABBD-31B1-4988-89DD-75107BADD3BE}">
      <dgm:prSet phldrT="[Text]"/>
      <dgm:spPr/>
      <dgm:t>
        <a:bodyPr/>
        <a:lstStyle/>
        <a:p>
          <a:r>
            <a:rPr lang="en-US" dirty="0" smtClean="0"/>
            <a:t>Nano-Devices</a:t>
          </a:r>
          <a:endParaRPr lang="en-US" dirty="0"/>
        </a:p>
      </dgm:t>
    </dgm:pt>
    <dgm:pt modelId="{0F2A784E-4CAD-42F4-8D7D-399B73607E8E}" type="parTrans" cxnId="{8EC99D29-F311-4DD8-8B7D-FEAD19B264A2}">
      <dgm:prSet/>
      <dgm:spPr/>
      <dgm:t>
        <a:bodyPr/>
        <a:lstStyle/>
        <a:p>
          <a:endParaRPr lang="en-US"/>
        </a:p>
      </dgm:t>
    </dgm:pt>
    <dgm:pt modelId="{6B6D56A4-8670-4AD1-A846-EF6D1129A26F}" type="sibTrans" cxnId="{8EC99D29-F311-4DD8-8B7D-FEAD19B264A2}">
      <dgm:prSet/>
      <dgm:spPr/>
      <dgm:t>
        <a:bodyPr/>
        <a:lstStyle/>
        <a:p>
          <a:endParaRPr lang="en-US"/>
        </a:p>
      </dgm:t>
    </dgm:pt>
    <dgm:pt modelId="{80A3079C-4098-4338-83E5-1C0C24196303}">
      <dgm:prSet phldrT="[Text]"/>
      <dgm:spPr/>
      <dgm:t>
        <a:bodyPr/>
        <a:lstStyle/>
        <a:p>
          <a:r>
            <a:rPr lang="en-US" dirty="0" smtClean="0"/>
            <a:t>Nano-Circuits</a:t>
          </a:r>
          <a:endParaRPr lang="en-US" dirty="0"/>
        </a:p>
      </dgm:t>
    </dgm:pt>
    <dgm:pt modelId="{8F31C910-340B-4975-97F0-E22DEFE1CDA4}" type="parTrans" cxnId="{341D6F92-D556-430C-8CDB-046F0318E32B}">
      <dgm:prSet/>
      <dgm:spPr/>
      <dgm:t>
        <a:bodyPr/>
        <a:lstStyle/>
        <a:p>
          <a:endParaRPr lang="en-US"/>
        </a:p>
      </dgm:t>
    </dgm:pt>
    <dgm:pt modelId="{1F969567-0712-41FF-87C0-05FAB38EF3AB}" type="sibTrans" cxnId="{341D6F92-D556-430C-8CDB-046F0318E32B}">
      <dgm:prSet/>
      <dgm:spPr/>
      <dgm:t>
        <a:bodyPr/>
        <a:lstStyle/>
        <a:p>
          <a:endParaRPr lang="en-US"/>
        </a:p>
      </dgm:t>
    </dgm:pt>
    <dgm:pt modelId="{79A48C1F-7ED1-454B-8643-28F1435251F0}">
      <dgm:prSet phldrT="[Text]"/>
      <dgm:spPr/>
      <dgm:t>
        <a:bodyPr/>
        <a:lstStyle/>
        <a:p>
          <a:r>
            <a:rPr lang="en-US" dirty="0" smtClean="0"/>
            <a:t>Nano-Architectures</a:t>
          </a:r>
          <a:endParaRPr lang="en-US" dirty="0"/>
        </a:p>
      </dgm:t>
    </dgm:pt>
    <dgm:pt modelId="{CF067857-34DD-469C-A1F7-81D624EB2AF0}" type="parTrans" cxnId="{2E826559-D21E-4350-ADFF-2F67424E5016}">
      <dgm:prSet/>
      <dgm:spPr/>
      <dgm:t>
        <a:bodyPr/>
        <a:lstStyle/>
        <a:p>
          <a:endParaRPr lang="en-US"/>
        </a:p>
      </dgm:t>
    </dgm:pt>
    <dgm:pt modelId="{A65DBF03-8A21-41E0-BB0D-42B03336A868}" type="sibTrans" cxnId="{2E826559-D21E-4350-ADFF-2F67424E5016}">
      <dgm:prSet/>
      <dgm:spPr/>
      <dgm:t>
        <a:bodyPr/>
        <a:lstStyle/>
        <a:p>
          <a:endParaRPr lang="en-US"/>
        </a:p>
      </dgm:t>
    </dgm:pt>
    <dgm:pt modelId="{4E635136-E8D3-4E73-954B-CFF124F47E1E}">
      <dgm:prSet phldrT="[Text]"/>
      <dgm:spPr/>
      <dgm:t>
        <a:bodyPr/>
        <a:lstStyle/>
        <a:p>
          <a:r>
            <a:rPr lang="en-US" dirty="0" smtClean="0"/>
            <a:t>Nano-Systems</a:t>
          </a:r>
          <a:endParaRPr lang="en-US" dirty="0"/>
        </a:p>
      </dgm:t>
    </dgm:pt>
    <dgm:pt modelId="{F427C9A2-65BA-4A91-8F51-5B5E904BCB89}" type="parTrans" cxnId="{ADFAA1C5-9941-4F5F-BDC8-51D09912CEE1}">
      <dgm:prSet/>
      <dgm:spPr/>
      <dgm:t>
        <a:bodyPr/>
        <a:lstStyle/>
        <a:p>
          <a:endParaRPr lang="en-US"/>
        </a:p>
      </dgm:t>
    </dgm:pt>
    <dgm:pt modelId="{5BDE4B90-8E3B-4C99-8381-FAC43472A7D1}" type="sibTrans" cxnId="{ADFAA1C5-9941-4F5F-BDC8-51D09912CEE1}">
      <dgm:prSet/>
      <dgm:spPr/>
      <dgm:t>
        <a:bodyPr/>
        <a:lstStyle/>
        <a:p>
          <a:endParaRPr lang="en-US"/>
        </a:p>
      </dgm:t>
    </dgm:pt>
    <dgm:pt modelId="{99183A4D-540C-4305-88C5-12B4E328DF97}">
      <dgm:prSet phldrT="[Text]"/>
      <dgm:spPr/>
      <dgm:t>
        <a:bodyPr/>
        <a:lstStyle/>
        <a:p>
          <a:r>
            <a:rPr lang="en-US" dirty="0" smtClean="0"/>
            <a:t>Nano-Applications</a:t>
          </a:r>
          <a:endParaRPr lang="en-US" dirty="0"/>
        </a:p>
      </dgm:t>
    </dgm:pt>
    <dgm:pt modelId="{59308B86-D494-4304-8E2A-6FE68A010AEF}" type="parTrans" cxnId="{0DE38818-1580-4235-A60D-000AF609AEB0}">
      <dgm:prSet/>
      <dgm:spPr/>
      <dgm:t>
        <a:bodyPr/>
        <a:lstStyle/>
        <a:p>
          <a:endParaRPr lang="en-US"/>
        </a:p>
      </dgm:t>
    </dgm:pt>
    <dgm:pt modelId="{BE7E0331-1241-4C33-ACFD-133F8085B3F7}" type="sibTrans" cxnId="{0DE38818-1580-4235-A60D-000AF609AEB0}">
      <dgm:prSet/>
      <dgm:spPr/>
      <dgm:t>
        <a:bodyPr/>
        <a:lstStyle/>
        <a:p>
          <a:endParaRPr lang="en-US"/>
        </a:p>
      </dgm:t>
    </dgm:pt>
    <dgm:pt modelId="{8E43A2FC-9DBF-4152-B736-E84A4F09B773}" type="pres">
      <dgm:prSet presAssocID="{68D6B7C6-4CC3-4CD7-8C87-7597E3C19B01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A27B495-0888-461A-B648-D6C44C314525}" type="pres">
      <dgm:prSet presAssocID="{BC9BABBD-31B1-4988-89DD-75107BADD3BE}" presName="composite" presStyleCnt="0"/>
      <dgm:spPr/>
    </dgm:pt>
    <dgm:pt modelId="{F987AF5F-1E1D-405B-93AF-ABB52E37F189}" type="pres">
      <dgm:prSet presAssocID="{BC9BABBD-31B1-4988-89DD-75107BADD3BE}" presName="imagSh" presStyleLbl="bgImgPlac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1000" r="-11000"/>
          </a:stretch>
        </a:blipFill>
      </dgm:spPr>
      <dgm:t>
        <a:bodyPr/>
        <a:lstStyle/>
        <a:p>
          <a:endParaRPr lang="en-US"/>
        </a:p>
      </dgm:t>
    </dgm:pt>
    <dgm:pt modelId="{B33EB179-5056-4746-8DCD-E7EBFBF0F837}" type="pres">
      <dgm:prSet presAssocID="{BC9BABBD-31B1-4988-89DD-75107BADD3BE}" presName="tx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77E8901-EAD1-4C8F-B23A-30DEB43A6665}" type="pres">
      <dgm:prSet presAssocID="{6B6D56A4-8670-4AD1-A846-EF6D1129A26F}" presName="sibTrans" presStyleLbl="sibTrans2D1" presStyleIdx="0" presStyleCnt="4"/>
      <dgm:spPr/>
      <dgm:t>
        <a:bodyPr/>
        <a:lstStyle/>
        <a:p>
          <a:endParaRPr lang="en-US"/>
        </a:p>
      </dgm:t>
    </dgm:pt>
    <dgm:pt modelId="{96C6447A-22F6-4C20-8EE2-C220C758FB79}" type="pres">
      <dgm:prSet presAssocID="{6B6D56A4-8670-4AD1-A846-EF6D1129A26F}" presName="connTx" presStyleLbl="sibTrans2D1" presStyleIdx="0" presStyleCnt="4"/>
      <dgm:spPr/>
      <dgm:t>
        <a:bodyPr/>
        <a:lstStyle/>
        <a:p>
          <a:endParaRPr lang="en-US"/>
        </a:p>
      </dgm:t>
    </dgm:pt>
    <dgm:pt modelId="{5EE13231-8234-4ED5-9285-955264679594}" type="pres">
      <dgm:prSet presAssocID="{80A3079C-4098-4338-83E5-1C0C24196303}" presName="composite" presStyleCnt="0"/>
      <dgm:spPr/>
    </dgm:pt>
    <dgm:pt modelId="{27ADD567-E3FA-4EDE-952C-8E8DA91AD6B9}" type="pres">
      <dgm:prSet presAssocID="{80A3079C-4098-4338-83E5-1C0C24196303}" presName="imagSh" presStyleLbl="bgImgPlace1" presStyleIdx="1" presStyleCnt="5"/>
      <dgm:spPr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9000" r="-19000"/>
          </a:stretch>
        </a:blipFill>
      </dgm:spPr>
      <dgm:t>
        <a:bodyPr/>
        <a:lstStyle/>
        <a:p>
          <a:endParaRPr lang="en-US"/>
        </a:p>
      </dgm:t>
    </dgm:pt>
    <dgm:pt modelId="{533AF679-42A0-4D88-AEDD-421F3BD97D7D}" type="pres">
      <dgm:prSet presAssocID="{80A3079C-4098-4338-83E5-1C0C24196303}" presName="tx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B18EF3F-558D-4197-8EE2-4F8520047E92}" type="pres">
      <dgm:prSet presAssocID="{1F969567-0712-41FF-87C0-05FAB38EF3AB}" presName="sibTrans" presStyleLbl="sibTrans2D1" presStyleIdx="1" presStyleCnt="4"/>
      <dgm:spPr/>
      <dgm:t>
        <a:bodyPr/>
        <a:lstStyle/>
        <a:p>
          <a:endParaRPr lang="en-US"/>
        </a:p>
      </dgm:t>
    </dgm:pt>
    <dgm:pt modelId="{F77C6FC2-8C9F-46E5-AF44-2D41F6CAD3AF}" type="pres">
      <dgm:prSet presAssocID="{1F969567-0712-41FF-87C0-05FAB38EF3AB}" presName="connTx" presStyleLbl="sibTrans2D1" presStyleIdx="1" presStyleCnt="4"/>
      <dgm:spPr/>
      <dgm:t>
        <a:bodyPr/>
        <a:lstStyle/>
        <a:p>
          <a:endParaRPr lang="en-US"/>
        </a:p>
      </dgm:t>
    </dgm:pt>
    <dgm:pt modelId="{7CA73EA3-800C-400F-A5AF-3B50229C7187}" type="pres">
      <dgm:prSet presAssocID="{79A48C1F-7ED1-454B-8643-28F1435251F0}" presName="composite" presStyleCnt="0"/>
      <dgm:spPr/>
    </dgm:pt>
    <dgm:pt modelId="{88445C7D-5D4C-41B4-97FD-78EBDE04CCF0}" type="pres">
      <dgm:prSet presAssocID="{79A48C1F-7ED1-454B-8643-28F1435251F0}" presName="imagSh" presStyleLbl="bgImgPlace1" presStyleIdx="2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7000" r="-37000"/>
          </a:stretch>
        </a:blipFill>
      </dgm:spPr>
      <dgm:t>
        <a:bodyPr/>
        <a:lstStyle/>
        <a:p>
          <a:endParaRPr lang="en-US"/>
        </a:p>
      </dgm:t>
    </dgm:pt>
    <dgm:pt modelId="{C3D30634-0F67-467E-9EE8-328EECA533EE}" type="pres">
      <dgm:prSet presAssocID="{79A48C1F-7ED1-454B-8643-28F1435251F0}" presName="tx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FC4FA18-84A1-4850-9A28-087F223BC068}" type="pres">
      <dgm:prSet presAssocID="{A65DBF03-8A21-41E0-BB0D-42B03336A868}" presName="sibTrans" presStyleLbl="sibTrans2D1" presStyleIdx="2" presStyleCnt="4"/>
      <dgm:spPr/>
      <dgm:t>
        <a:bodyPr/>
        <a:lstStyle/>
        <a:p>
          <a:endParaRPr lang="en-US"/>
        </a:p>
      </dgm:t>
    </dgm:pt>
    <dgm:pt modelId="{D76E17EE-95F2-456E-A5E9-6E869D05CB6A}" type="pres">
      <dgm:prSet presAssocID="{A65DBF03-8A21-41E0-BB0D-42B03336A868}" presName="connTx" presStyleLbl="sibTrans2D1" presStyleIdx="2" presStyleCnt="4"/>
      <dgm:spPr/>
      <dgm:t>
        <a:bodyPr/>
        <a:lstStyle/>
        <a:p>
          <a:endParaRPr lang="en-US"/>
        </a:p>
      </dgm:t>
    </dgm:pt>
    <dgm:pt modelId="{007D8FD4-148D-4078-8E46-510644D29745}" type="pres">
      <dgm:prSet presAssocID="{4E635136-E8D3-4E73-954B-CFF124F47E1E}" presName="composite" presStyleCnt="0"/>
      <dgm:spPr/>
    </dgm:pt>
    <dgm:pt modelId="{7D2EB20B-7DC8-4AFA-B968-A41DFB447A6D}" type="pres">
      <dgm:prSet presAssocID="{4E635136-E8D3-4E73-954B-CFF124F47E1E}" presName="imagSh" presStyleLbl="bgImgPlace1" presStyleIdx="3" presStyleCnt="5"/>
      <dgm:spPr>
        <a:blipFill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" r="-2000"/>
          </a:stretch>
        </a:blipFill>
      </dgm:spPr>
      <dgm:t>
        <a:bodyPr/>
        <a:lstStyle/>
        <a:p>
          <a:endParaRPr lang="en-US"/>
        </a:p>
      </dgm:t>
    </dgm:pt>
    <dgm:pt modelId="{2285C6AB-391B-4FDB-BFD0-E052904E1AFB}" type="pres">
      <dgm:prSet presAssocID="{4E635136-E8D3-4E73-954B-CFF124F47E1E}" presName="tx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1C9CF58-59E2-4EE4-AC36-3391A50EE9C3}" type="pres">
      <dgm:prSet presAssocID="{5BDE4B90-8E3B-4C99-8381-FAC43472A7D1}" presName="sibTrans" presStyleLbl="sibTrans2D1" presStyleIdx="3" presStyleCnt="4"/>
      <dgm:spPr/>
      <dgm:t>
        <a:bodyPr/>
        <a:lstStyle/>
        <a:p>
          <a:endParaRPr lang="en-US"/>
        </a:p>
      </dgm:t>
    </dgm:pt>
    <dgm:pt modelId="{CBF86715-F4A1-4F4E-8C86-523ED1DFE8AF}" type="pres">
      <dgm:prSet presAssocID="{5BDE4B90-8E3B-4C99-8381-FAC43472A7D1}" presName="connTx" presStyleLbl="sibTrans2D1" presStyleIdx="3" presStyleCnt="4"/>
      <dgm:spPr/>
      <dgm:t>
        <a:bodyPr/>
        <a:lstStyle/>
        <a:p>
          <a:endParaRPr lang="en-US"/>
        </a:p>
      </dgm:t>
    </dgm:pt>
    <dgm:pt modelId="{AA0E7789-4653-4A10-B1D5-F906C30AF85A}" type="pres">
      <dgm:prSet presAssocID="{99183A4D-540C-4305-88C5-12B4E328DF97}" presName="composite" presStyleCnt="0"/>
      <dgm:spPr/>
    </dgm:pt>
    <dgm:pt modelId="{0812CAAA-60A1-4CE8-80BF-3AE12EA135D9}" type="pres">
      <dgm:prSet presAssocID="{99183A4D-540C-4305-88C5-12B4E328DF97}" presName="imagSh" presStyleLbl="bgImgPlace1" presStyleIdx="4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4000" r="-54000"/>
          </a:stretch>
        </a:blipFill>
      </dgm:spPr>
      <dgm:t>
        <a:bodyPr/>
        <a:lstStyle/>
        <a:p>
          <a:endParaRPr lang="en-US"/>
        </a:p>
      </dgm:t>
    </dgm:pt>
    <dgm:pt modelId="{450CB76B-F9C7-455A-9D62-421547F60264}" type="pres">
      <dgm:prSet presAssocID="{99183A4D-540C-4305-88C5-12B4E328DF97}" presName="tx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26323E0-E49A-4C19-9FD4-C87B84847C0F}" type="presOf" srcId="{4E635136-E8D3-4E73-954B-CFF124F47E1E}" destId="{2285C6AB-391B-4FDB-BFD0-E052904E1AFB}" srcOrd="0" destOrd="0" presId="urn:microsoft.com/office/officeart/2005/8/layout/hProcess10"/>
    <dgm:cxn modelId="{CC5322E9-5981-4C19-B24F-B3BA6CEC3C23}" type="presOf" srcId="{6B6D56A4-8670-4AD1-A846-EF6D1129A26F}" destId="{977E8901-EAD1-4C8F-B23A-30DEB43A6665}" srcOrd="0" destOrd="0" presId="urn:microsoft.com/office/officeart/2005/8/layout/hProcess10"/>
    <dgm:cxn modelId="{8EC99D29-F311-4DD8-8B7D-FEAD19B264A2}" srcId="{68D6B7C6-4CC3-4CD7-8C87-7597E3C19B01}" destId="{BC9BABBD-31B1-4988-89DD-75107BADD3BE}" srcOrd="0" destOrd="0" parTransId="{0F2A784E-4CAD-42F4-8D7D-399B73607E8E}" sibTransId="{6B6D56A4-8670-4AD1-A846-EF6D1129A26F}"/>
    <dgm:cxn modelId="{ADFAA1C5-9941-4F5F-BDC8-51D09912CEE1}" srcId="{68D6B7C6-4CC3-4CD7-8C87-7597E3C19B01}" destId="{4E635136-E8D3-4E73-954B-CFF124F47E1E}" srcOrd="3" destOrd="0" parTransId="{F427C9A2-65BA-4A91-8F51-5B5E904BCB89}" sibTransId="{5BDE4B90-8E3B-4C99-8381-FAC43472A7D1}"/>
    <dgm:cxn modelId="{0DC3A25C-C6D4-4E38-B42E-32D3F94E172C}" type="presOf" srcId="{A65DBF03-8A21-41E0-BB0D-42B03336A868}" destId="{D76E17EE-95F2-456E-A5E9-6E869D05CB6A}" srcOrd="1" destOrd="0" presId="urn:microsoft.com/office/officeart/2005/8/layout/hProcess10"/>
    <dgm:cxn modelId="{6F87BF58-401B-410B-B46C-7B607CE38B1F}" type="presOf" srcId="{A65DBF03-8A21-41E0-BB0D-42B03336A868}" destId="{4FC4FA18-84A1-4850-9A28-087F223BC068}" srcOrd="0" destOrd="0" presId="urn:microsoft.com/office/officeart/2005/8/layout/hProcess10"/>
    <dgm:cxn modelId="{2E826559-D21E-4350-ADFF-2F67424E5016}" srcId="{68D6B7C6-4CC3-4CD7-8C87-7597E3C19B01}" destId="{79A48C1F-7ED1-454B-8643-28F1435251F0}" srcOrd="2" destOrd="0" parTransId="{CF067857-34DD-469C-A1F7-81D624EB2AF0}" sibTransId="{A65DBF03-8A21-41E0-BB0D-42B03336A868}"/>
    <dgm:cxn modelId="{ED31EB2B-C913-4252-B387-18848FBB6876}" type="presOf" srcId="{68D6B7C6-4CC3-4CD7-8C87-7597E3C19B01}" destId="{8E43A2FC-9DBF-4152-B736-E84A4F09B773}" srcOrd="0" destOrd="0" presId="urn:microsoft.com/office/officeart/2005/8/layout/hProcess10"/>
    <dgm:cxn modelId="{F07EBFBA-E518-41D7-BA80-511C75A4A658}" type="presOf" srcId="{79A48C1F-7ED1-454B-8643-28F1435251F0}" destId="{C3D30634-0F67-467E-9EE8-328EECA533EE}" srcOrd="0" destOrd="0" presId="urn:microsoft.com/office/officeart/2005/8/layout/hProcess10"/>
    <dgm:cxn modelId="{C42B4E6C-4EDA-4F0F-857C-98417919C0B8}" type="presOf" srcId="{99183A4D-540C-4305-88C5-12B4E328DF97}" destId="{450CB76B-F9C7-455A-9D62-421547F60264}" srcOrd="0" destOrd="0" presId="urn:microsoft.com/office/officeart/2005/8/layout/hProcess10"/>
    <dgm:cxn modelId="{634FDB84-D01B-4AC5-A708-1B5754DCAECF}" type="presOf" srcId="{1F969567-0712-41FF-87C0-05FAB38EF3AB}" destId="{5B18EF3F-558D-4197-8EE2-4F8520047E92}" srcOrd="0" destOrd="0" presId="urn:microsoft.com/office/officeart/2005/8/layout/hProcess10"/>
    <dgm:cxn modelId="{7C588744-CC44-4967-9F9D-5B9A3492F8DB}" type="presOf" srcId="{80A3079C-4098-4338-83E5-1C0C24196303}" destId="{533AF679-42A0-4D88-AEDD-421F3BD97D7D}" srcOrd="0" destOrd="0" presId="urn:microsoft.com/office/officeart/2005/8/layout/hProcess10"/>
    <dgm:cxn modelId="{A7B3E5DC-1772-4799-B08C-F5F797BBBD02}" type="presOf" srcId="{1F969567-0712-41FF-87C0-05FAB38EF3AB}" destId="{F77C6FC2-8C9F-46E5-AF44-2D41F6CAD3AF}" srcOrd="1" destOrd="0" presId="urn:microsoft.com/office/officeart/2005/8/layout/hProcess10"/>
    <dgm:cxn modelId="{8664514D-4AF5-4683-A6B5-E9D0F88B86F1}" type="presOf" srcId="{BC9BABBD-31B1-4988-89DD-75107BADD3BE}" destId="{B33EB179-5056-4746-8DCD-E7EBFBF0F837}" srcOrd="0" destOrd="0" presId="urn:microsoft.com/office/officeart/2005/8/layout/hProcess10"/>
    <dgm:cxn modelId="{5F207D58-A609-4013-B2CF-C55F04EFCAAA}" type="presOf" srcId="{6B6D56A4-8670-4AD1-A846-EF6D1129A26F}" destId="{96C6447A-22F6-4C20-8EE2-C220C758FB79}" srcOrd="1" destOrd="0" presId="urn:microsoft.com/office/officeart/2005/8/layout/hProcess10"/>
    <dgm:cxn modelId="{0DE38818-1580-4235-A60D-000AF609AEB0}" srcId="{68D6B7C6-4CC3-4CD7-8C87-7597E3C19B01}" destId="{99183A4D-540C-4305-88C5-12B4E328DF97}" srcOrd="4" destOrd="0" parTransId="{59308B86-D494-4304-8E2A-6FE68A010AEF}" sibTransId="{BE7E0331-1241-4C33-ACFD-133F8085B3F7}"/>
    <dgm:cxn modelId="{68DADD42-8491-4F04-9434-1F17277333E3}" type="presOf" srcId="{5BDE4B90-8E3B-4C99-8381-FAC43472A7D1}" destId="{01C9CF58-59E2-4EE4-AC36-3391A50EE9C3}" srcOrd="0" destOrd="0" presId="urn:microsoft.com/office/officeart/2005/8/layout/hProcess10"/>
    <dgm:cxn modelId="{341D6F92-D556-430C-8CDB-046F0318E32B}" srcId="{68D6B7C6-4CC3-4CD7-8C87-7597E3C19B01}" destId="{80A3079C-4098-4338-83E5-1C0C24196303}" srcOrd="1" destOrd="0" parTransId="{8F31C910-340B-4975-97F0-E22DEFE1CDA4}" sibTransId="{1F969567-0712-41FF-87C0-05FAB38EF3AB}"/>
    <dgm:cxn modelId="{244D7C57-215D-4E93-87A7-C9DF1DA99CDD}" type="presOf" srcId="{5BDE4B90-8E3B-4C99-8381-FAC43472A7D1}" destId="{CBF86715-F4A1-4F4E-8C86-523ED1DFE8AF}" srcOrd="1" destOrd="0" presId="urn:microsoft.com/office/officeart/2005/8/layout/hProcess10"/>
    <dgm:cxn modelId="{F1BFCA33-59FD-4C6E-9700-9A7CDA7196E4}" type="presParOf" srcId="{8E43A2FC-9DBF-4152-B736-E84A4F09B773}" destId="{FA27B495-0888-461A-B648-D6C44C314525}" srcOrd="0" destOrd="0" presId="urn:microsoft.com/office/officeart/2005/8/layout/hProcess10"/>
    <dgm:cxn modelId="{375AFF15-A5E9-4F9A-B847-73AEC5833AB3}" type="presParOf" srcId="{FA27B495-0888-461A-B648-D6C44C314525}" destId="{F987AF5F-1E1D-405B-93AF-ABB52E37F189}" srcOrd="0" destOrd="0" presId="urn:microsoft.com/office/officeart/2005/8/layout/hProcess10"/>
    <dgm:cxn modelId="{162FE589-79FA-4751-9A60-1C54E5A7CB4F}" type="presParOf" srcId="{FA27B495-0888-461A-B648-D6C44C314525}" destId="{B33EB179-5056-4746-8DCD-E7EBFBF0F837}" srcOrd="1" destOrd="0" presId="urn:microsoft.com/office/officeart/2005/8/layout/hProcess10"/>
    <dgm:cxn modelId="{F2461461-2AC0-48B4-8645-360C62514110}" type="presParOf" srcId="{8E43A2FC-9DBF-4152-B736-E84A4F09B773}" destId="{977E8901-EAD1-4C8F-B23A-30DEB43A6665}" srcOrd="1" destOrd="0" presId="urn:microsoft.com/office/officeart/2005/8/layout/hProcess10"/>
    <dgm:cxn modelId="{97737DD4-CCE1-4E4C-B762-6F6BB5075B80}" type="presParOf" srcId="{977E8901-EAD1-4C8F-B23A-30DEB43A6665}" destId="{96C6447A-22F6-4C20-8EE2-C220C758FB79}" srcOrd="0" destOrd="0" presId="urn:microsoft.com/office/officeart/2005/8/layout/hProcess10"/>
    <dgm:cxn modelId="{E9BCD0E1-37CE-4F7A-946A-971AC1A1D205}" type="presParOf" srcId="{8E43A2FC-9DBF-4152-B736-E84A4F09B773}" destId="{5EE13231-8234-4ED5-9285-955264679594}" srcOrd="2" destOrd="0" presId="urn:microsoft.com/office/officeart/2005/8/layout/hProcess10"/>
    <dgm:cxn modelId="{F0B51E3E-6AB3-42C1-B135-FEE9A4879674}" type="presParOf" srcId="{5EE13231-8234-4ED5-9285-955264679594}" destId="{27ADD567-E3FA-4EDE-952C-8E8DA91AD6B9}" srcOrd="0" destOrd="0" presId="urn:microsoft.com/office/officeart/2005/8/layout/hProcess10"/>
    <dgm:cxn modelId="{95C843C1-E087-493F-BC16-351BBB6E83F1}" type="presParOf" srcId="{5EE13231-8234-4ED5-9285-955264679594}" destId="{533AF679-42A0-4D88-AEDD-421F3BD97D7D}" srcOrd="1" destOrd="0" presId="urn:microsoft.com/office/officeart/2005/8/layout/hProcess10"/>
    <dgm:cxn modelId="{E55CDBA2-549E-4FF9-AF3D-4FAC4A6D811A}" type="presParOf" srcId="{8E43A2FC-9DBF-4152-B736-E84A4F09B773}" destId="{5B18EF3F-558D-4197-8EE2-4F8520047E92}" srcOrd="3" destOrd="0" presId="urn:microsoft.com/office/officeart/2005/8/layout/hProcess10"/>
    <dgm:cxn modelId="{68D162A8-F924-4944-AB4E-EA7DAEAE8CDA}" type="presParOf" srcId="{5B18EF3F-558D-4197-8EE2-4F8520047E92}" destId="{F77C6FC2-8C9F-46E5-AF44-2D41F6CAD3AF}" srcOrd="0" destOrd="0" presId="urn:microsoft.com/office/officeart/2005/8/layout/hProcess10"/>
    <dgm:cxn modelId="{C3785679-91FF-4603-9AA5-301D4805880B}" type="presParOf" srcId="{8E43A2FC-9DBF-4152-B736-E84A4F09B773}" destId="{7CA73EA3-800C-400F-A5AF-3B50229C7187}" srcOrd="4" destOrd="0" presId="urn:microsoft.com/office/officeart/2005/8/layout/hProcess10"/>
    <dgm:cxn modelId="{C5139EF9-077C-4782-96E1-725405CC0B1B}" type="presParOf" srcId="{7CA73EA3-800C-400F-A5AF-3B50229C7187}" destId="{88445C7D-5D4C-41B4-97FD-78EBDE04CCF0}" srcOrd="0" destOrd="0" presId="urn:microsoft.com/office/officeart/2005/8/layout/hProcess10"/>
    <dgm:cxn modelId="{3E96D460-1521-4E91-9F51-3E6B90AADA58}" type="presParOf" srcId="{7CA73EA3-800C-400F-A5AF-3B50229C7187}" destId="{C3D30634-0F67-467E-9EE8-328EECA533EE}" srcOrd="1" destOrd="0" presId="urn:microsoft.com/office/officeart/2005/8/layout/hProcess10"/>
    <dgm:cxn modelId="{CA9628E8-A60A-4BE7-A923-3FAF40E30D75}" type="presParOf" srcId="{8E43A2FC-9DBF-4152-B736-E84A4F09B773}" destId="{4FC4FA18-84A1-4850-9A28-087F223BC068}" srcOrd="5" destOrd="0" presId="urn:microsoft.com/office/officeart/2005/8/layout/hProcess10"/>
    <dgm:cxn modelId="{C33FC8B2-3B08-4F40-AB2E-E7AA9620800B}" type="presParOf" srcId="{4FC4FA18-84A1-4850-9A28-087F223BC068}" destId="{D76E17EE-95F2-456E-A5E9-6E869D05CB6A}" srcOrd="0" destOrd="0" presId="urn:microsoft.com/office/officeart/2005/8/layout/hProcess10"/>
    <dgm:cxn modelId="{5B78C6A4-43CE-45D3-80C4-F9D0E09A8F81}" type="presParOf" srcId="{8E43A2FC-9DBF-4152-B736-E84A4F09B773}" destId="{007D8FD4-148D-4078-8E46-510644D29745}" srcOrd="6" destOrd="0" presId="urn:microsoft.com/office/officeart/2005/8/layout/hProcess10"/>
    <dgm:cxn modelId="{44D44425-ED10-41BA-A215-2BEF983A6167}" type="presParOf" srcId="{007D8FD4-148D-4078-8E46-510644D29745}" destId="{7D2EB20B-7DC8-4AFA-B968-A41DFB447A6D}" srcOrd="0" destOrd="0" presId="urn:microsoft.com/office/officeart/2005/8/layout/hProcess10"/>
    <dgm:cxn modelId="{F8983A6B-B0D1-4BAB-BD2B-580DFABC5729}" type="presParOf" srcId="{007D8FD4-148D-4078-8E46-510644D29745}" destId="{2285C6AB-391B-4FDB-BFD0-E052904E1AFB}" srcOrd="1" destOrd="0" presId="urn:microsoft.com/office/officeart/2005/8/layout/hProcess10"/>
    <dgm:cxn modelId="{A5E49302-1871-4F1D-B1E7-45A8A81ED288}" type="presParOf" srcId="{8E43A2FC-9DBF-4152-B736-E84A4F09B773}" destId="{01C9CF58-59E2-4EE4-AC36-3391A50EE9C3}" srcOrd="7" destOrd="0" presId="urn:microsoft.com/office/officeart/2005/8/layout/hProcess10"/>
    <dgm:cxn modelId="{7CAFC06C-2210-4183-A4B2-955FEF438D45}" type="presParOf" srcId="{01C9CF58-59E2-4EE4-AC36-3391A50EE9C3}" destId="{CBF86715-F4A1-4F4E-8C86-523ED1DFE8AF}" srcOrd="0" destOrd="0" presId="urn:microsoft.com/office/officeart/2005/8/layout/hProcess10"/>
    <dgm:cxn modelId="{69E3B1A7-E947-42E6-BEDA-96820F5006A6}" type="presParOf" srcId="{8E43A2FC-9DBF-4152-B736-E84A4F09B773}" destId="{AA0E7789-4653-4A10-B1D5-F906C30AF85A}" srcOrd="8" destOrd="0" presId="urn:microsoft.com/office/officeart/2005/8/layout/hProcess10"/>
    <dgm:cxn modelId="{A1C290D3-415A-4C9B-8ECC-2C4A4463EEA1}" type="presParOf" srcId="{AA0E7789-4653-4A10-B1D5-F906C30AF85A}" destId="{0812CAAA-60A1-4CE8-80BF-3AE12EA135D9}" srcOrd="0" destOrd="0" presId="urn:microsoft.com/office/officeart/2005/8/layout/hProcess10"/>
    <dgm:cxn modelId="{52D93B49-CB40-4572-B7F3-3C2479D2504F}" type="presParOf" srcId="{AA0E7789-4653-4A10-B1D5-F906C30AF85A}" destId="{450CB76B-F9C7-455A-9D62-421547F60264}" srcOrd="1" destOrd="0" presId="urn:microsoft.com/office/officeart/2005/8/layout/hProcess10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A6D5F76-0827-4CF9-ABFE-274045F1761E}" type="doc">
      <dgm:prSet loTypeId="urn:microsoft.com/office/officeart/2005/8/layout/hList7" loCatId="process" qsTypeId="urn:microsoft.com/office/officeart/2005/8/quickstyle/simple1" qsCatId="simple" csTypeId="urn:microsoft.com/office/officeart/2005/8/colors/accent1_2" csCatId="accent1" phldr="1"/>
      <dgm:spPr/>
    </dgm:pt>
    <dgm:pt modelId="{802FEC9F-D389-4A9D-8168-98E5D7BEFC44}">
      <dgm:prSet phldrT="[Text]"/>
      <dgm:spPr/>
      <dgm:t>
        <a:bodyPr/>
        <a:lstStyle/>
        <a:p>
          <a:r>
            <a:rPr lang="en-US" b="1" dirty="0" smtClean="0"/>
            <a:t>Nano Devices</a:t>
          </a:r>
          <a:endParaRPr lang="en-US" b="1" dirty="0"/>
        </a:p>
      </dgm:t>
    </dgm:pt>
    <dgm:pt modelId="{719B5FF2-F9E7-4CF6-9123-28F684FBB218}" type="parTrans" cxnId="{63B29C05-50B3-4B1D-B863-DB23FD2B6C95}">
      <dgm:prSet/>
      <dgm:spPr/>
      <dgm:t>
        <a:bodyPr/>
        <a:lstStyle/>
        <a:p>
          <a:endParaRPr lang="en-US" b="1"/>
        </a:p>
      </dgm:t>
    </dgm:pt>
    <dgm:pt modelId="{3E19E6AF-45EF-46C9-B980-CEC59DC7115E}" type="sibTrans" cxnId="{63B29C05-50B3-4B1D-B863-DB23FD2B6C95}">
      <dgm:prSet/>
      <dgm:spPr/>
      <dgm:t>
        <a:bodyPr/>
        <a:lstStyle/>
        <a:p>
          <a:endParaRPr lang="en-US" b="1"/>
        </a:p>
      </dgm:t>
    </dgm:pt>
    <dgm:pt modelId="{92465C72-383F-442B-99F6-D6392BD21705}">
      <dgm:prSet phldrT="[Text]"/>
      <dgm:spPr/>
      <dgm:t>
        <a:bodyPr/>
        <a:lstStyle/>
        <a:p>
          <a:r>
            <a:rPr lang="en-US" b="1" dirty="0" smtClean="0"/>
            <a:t>Nano Circuits</a:t>
          </a:r>
          <a:endParaRPr lang="en-US" b="1" dirty="0"/>
        </a:p>
      </dgm:t>
    </dgm:pt>
    <dgm:pt modelId="{D670FCC3-5C0D-4B4C-AA75-B05F509DF0C6}" type="parTrans" cxnId="{365443B2-80F2-4058-B119-98B84D941125}">
      <dgm:prSet/>
      <dgm:spPr/>
      <dgm:t>
        <a:bodyPr/>
        <a:lstStyle/>
        <a:p>
          <a:endParaRPr lang="en-US" b="1"/>
        </a:p>
      </dgm:t>
    </dgm:pt>
    <dgm:pt modelId="{7FB5417B-2946-4632-BBAB-74753C77B1E5}" type="sibTrans" cxnId="{365443B2-80F2-4058-B119-98B84D941125}">
      <dgm:prSet/>
      <dgm:spPr/>
      <dgm:t>
        <a:bodyPr/>
        <a:lstStyle/>
        <a:p>
          <a:endParaRPr lang="en-US" b="1"/>
        </a:p>
      </dgm:t>
    </dgm:pt>
    <dgm:pt modelId="{405F3E75-6F8F-46E3-B0FD-6339C49F0C60}">
      <dgm:prSet phldrT="[Text]"/>
      <dgm:spPr/>
      <dgm:t>
        <a:bodyPr/>
        <a:lstStyle/>
        <a:p>
          <a:r>
            <a:rPr lang="en-US" b="1" dirty="0" smtClean="0"/>
            <a:t>Nano Architectures</a:t>
          </a:r>
          <a:endParaRPr lang="en-US" b="1" dirty="0"/>
        </a:p>
      </dgm:t>
    </dgm:pt>
    <dgm:pt modelId="{C4083F46-3E4E-4166-9715-4EFF36C25038}" type="parTrans" cxnId="{EC927793-799C-42A1-8F85-C5BF3E2812C3}">
      <dgm:prSet/>
      <dgm:spPr/>
      <dgm:t>
        <a:bodyPr/>
        <a:lstStyle/>
        <a:p>
          <a:endParaRPr lang="en-US" b="1"/>
        </a:p>
      </dgm:t>
    </dgm:pt>
    <dgm:pt modelId="{D0384C7A-FA90-4BFD-8442-B7162DC788DC}" type="sibTrans" cxnId="{EC927793-799C-42A1-8F85-C5BF3E2812C3}">
      <dgm:prSet/>
      <dgm:spPr/>
      <dgm:t>
        <a:bodyPr/>
        <a:lstStyle/>
        <a:p>
          <a:endParaRPr lang="en-US" b="1"/>
        </a:p>
      </dgm:t>
    </dgm:pt>
    <dgm:pt modelId="{D411A351-CD74-4CA2-B3DE-0C7B626E6C7A}">
      <dgm:prSet phldrT="[Text]"/>
      <dgm:spPr/>
      <dgm:t>
        <a:bodyPr/>
        <a:lstStyle/>
        <a:p>
          <a:r>
            <a:rPr lang="en-US" b="1" dirty="0" smtClean="0"/>
            <a:t>Nano Systems</a:t>
          </a:r>
          <a:endParaRPr lang="en-US" b="1" dirty="0"/>
        </a:p>
      </dgm:t>
    </dgm:pt>
    <dgm:pt modelId="{D7C5C9A0-A128-46F0-8D28-02E5AEEF061C}" type="parTrans" cxnId="{65BBDFEB-F974-4140-AD19-C7D77E88591E}">
      <dgm:prSet/>
      <dgm:spPr/>
      <dgm:t>
        <a:bodyPr/>
        <a:lstStyle/>
        <a:p>
          <a:endParaRPr lang="en-US" b="1"/>
        </a:p>
      </dgm:t>
    </dgm:pt>
    <dgm:pt modelId="{6112E6B3-C2DE-44BE-AA16-94B6002E3DF4}" type="sibTrans" cxnId="{65BBDFEB-F974-4140-AD19-C7D77E88591E}">
      <dgm:prSet/>
      <dgm:spPr/>
      <dgm:t>
        <a:bodyPr/>
        <a:lstStyle/>
        <a:p>
          <a:endParaRPr lang="en-US" b="1"/>
        </a:p>
      </dgm:t>
    </dgm:pt>
    <dgm:pt modelId="{4EF78EEC-ABDE-4425-92EA-C7B2BFF92A9B}">
      <dgm:prSet phldrT="[Text]"/>
      <dgm:spPr/>
      <dgm:t>
        <a:bodyPr/>
        <a:lstStyle/>
        <a:p>
          <a:r>
            <a:rPr lang="en-US" b="1" dirty="0" smtClean="0"/>
            <a:t>Nano Applications</a:t>
          </a:r>
          <a:endParaRPr lang="en-US" b="1" dirty="0"/>
        </a:p>
      </dgm:t>
    </dgm:pt>
    <dgm:pt modelId="{F700E4FC-E497-42D4-82DD-8467BDDBEE56}" type="parTrans" cxnId="{54DE90A6-2DC3-44DA-B537-B3F4175D1375}">
      <dgm:prSet/>
      <dgm:spPr/>
      <dgm:t>
        <a:bodyPr/>
        <a:lstStyle/>
        <a:p>
          <a:endParaRPr lang="en-US" b="1"/>
        </a:p>
      </dgm:t>
    </dgm:pt>
    <dgm:pt modelId="{45BE3057-2449-49C6-B528-4767D8DD038D}" type="sibTrans" cxnId="{54DE90A6-2DC3-44DA-B537-B3F4175D1375}">
      <dgm:prSet/>
      <dgm:spPr/>
      <dgm:t>
        <a:bodyPr/>
        <a:lstStyle/>
        <a:p>
          <a:endParaRPr lang="en-US" b="1"/>
        </a:p>
      </dgm:t>
    </dgm:pt>
    <dgm:pt modelId="{025072A0-833D-4286-A782-389FF4DB7425}" type="pres">
      <dgm:prSet presAssocID="{0A6D5F76-0827-4CF9-ABFE-274045F1761E}" presName="Name0" presStyleCnt="0">
        <dgm:presLayoutVars>
          <dgm:dir/>
          <dgm:resizeHandles val="exact"/>
        </dgm:presLayoutVars>
      </dgm:prSet>
      <dgm:spPr/>
    </dgm:pt>
    <dgm:pt modelId="{0F019E96-6A89-4528-AB27-DD4C5C56C6D5}" type="pres">
      <dgm:prSet presAssocID="{0A6D5F76-0827-4CF9-ABFE-274045F1761E}" presName="fgShape" presStyleLbl="fgShp" presStyleIdx="0" presStyleCnt="1"/>
      <dgm:spPr/>
    </dgm:pt>
    <dgm:pt modelId="{426E4EAE-1DD5-44C1-BEB1-5805D6B8F106}" type="pres">
      <dgm:prSet presAssocID="{0A6D5F76-0827-4CF9-ABFE-274045F1761E}" presName="linComp" presStyleCnt="0"/>
      <dgm:spPr/>
    </dgm:pt>
    <dgm:pt modelId="{2FCE446D-79D5-41CF-98E4-44D2BA83B62F}" type="pres">
      <dgm:prSet presAssocID="{802FEC9F-D389-4A9D-8168-98E5D7BEFC44}" presName="compNode" presStyleCnt="0"/>
      <dgm:spPr/>
    </dgm:pt>
    <dgm:pt modelId="{D14FC13D-D4A1-468B-A1CD-0D36742AE438}" type="pres">
      <dgm:prSet presAssocID="{802FEC9F-D389-4A9D-8168-98E5D7BEFC44}" presName="bkgdShape" presStyleLbl="node1" presStyleIdx="0" presStyleCnt="5"/>
      <dgm:spPr/>
      <dgm:t>
        <a:bodyPr/>
        <a:lstStyle/>
        <a:p>
          <a:endParaRPr lang="en-US"/>
        </a:p>
      </dgm:t>
    </dgm:pt>
    <dgm:pt modelId="{A0131A31-6D99-4711-A59E-ADEE29C68509}" type="pres">
      <dgm:prSet presAssocID="{802FEC9F-D389-4A9D-8168-98E5D7BEFC44}" presName="nodeTx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718858E-9A86-477F-A89F-8198F03084CF}" type="pres">
      <dgm:prSet presAssocID="{802FEC9F-D389-4A9D-8168-98E5D7BEFC44}" presName="invisiNode" presStyleLbl="node1" presStyleIdx="0" presStyleCnt="5"/>
      <dgm:spPr/>
    </dgm:pt>
    <dgm:pt modelId="{720FA7FC-145D-4722-A370-920492321672}" type="pres">
      <dgm:prSet presAssocID="{802FEC9F-D389-4A9D-8168-98E5D7BEFC44}" presName="imagNode" presStyleLbl="fgImgPlac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1000" r="-11000"/>
          </a:stretch>
        </a:blipFill>
      </dgm:spPr>
    </dgm:pt>
    <dgm:pt modelId="{875ECC34-7EE4-4593-971C-A804B44050E6}" type="pres">
      <dgm:prSet presAssocID="{3E19E6AF-45EF-46C9-B980-CEC59DC7115E}" presName="sibTrans" presStyleLbl="sibTrans2D1" presStyleIdx="0" presStyleCnt="0"/>
      <dgm:spPr/>
      <dgm:t>
        <a:bodyPr/>
        <a:lstStyle/>
        <a:p>
          <a:endParaRPr lang="en-US"/>
        </a:p>
      </dgm:t>
    </dgm:pt>
    <dgm:pt modelId="{CA7A4066-35AF-40E2-972F-BFFA79F5AAFD}" type="pres">
      <dgm:prSet presAssocID="{92465C72-383F-442B-99F6-D6392BD21705}" presName="compNode" presStyleCnt="0"/>
      <dgm:spPr/>
    </dgm:pt>
    <dgm:pt modelId="{84102DBE-4F3F-4B88-8B56-5B8C7D0EF4BF}" type="pres">
      <dgm:prSet presAssocID="{92465C72-383F-442B-99F6-D6392BD21705}" presName="bkgdShape" presStyleLbl="node1" presStyleIdx="1" presStyleCnt="5"/>
      <dgm:spPr/>
      <dgm:t>
        <a:bodyPr/>
        <a:lstStyle/>
        <a:p>
          <a:endParaRPr lang="en-US"/>
        </a:p>
      </dgm:t>
    </dgm:pt>
    <dgm:pt modelId="{6E9EE530-E3F6-43DC-9799-AC88C662E922}" type="pres">
      <dgm:prSet presAssocID="{92465C72-383F-442B-99F6-D6392BD21705}" presName="nodeTx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84D47DC-57AA-4AD6-9BB7-817EE09985DB}" type="pres">
      <dgm:prSet presAssocID="{92465C72-383F-442B-99F6-D6392BD21705}" presName="invisiNode" presStyleLbl="node1" presStyleIdx="1" presStyleCnt="5"/>
      <dgm:spPr/>
    </dgm:pt>
    <dgm:pt modelId="{78C2897D-4843-4249-916B-85C567CAB3CD}" type="pres">
      <dgm:prSet presAssocID="{92465C72-383F-442B-99F6-D6392BD21705}" presName="imagNode" presStyleLbl="fgImgPlace1" presStyleIdx="1" presStyleCnt="5"/>
      <dgm:spPr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9000" r="-19000"/>
          </a:stretch>
        </a:blipFill>
      </dgm:spPr>
    </dgm:pt>
    <dgm:pt modelId="{9C1BDBF6-7B9C-4861-A3A5-68ED9082ABA1}" type="pres">
      <dgm:prSet presAssocID="{7FB5417B-2946-4632-BBAB-74753C77B1E5}" presName="sibTrans" presStyleLbl="sibTrans2D1" presStyleIdx="0" presStyleCnt="0"/>
      <dgm:spPr/>
      <dgm:t>
        <a:bodyPr/>
        <a:lstStyle/>
        <a:p>
          <a:endParaRPr lang="en-US"/>
        </a:p>
      </dgm:t>
    </dgm:pt>
    <dgm:pt modelId="{9FBEE553-40A1-4BEF-AD31-AC46ACD6ABBD}" type="pres">
      <dgm:prSet presAssocID="{405F3E75-6F8F-46E3-B0FD-6339C49F0C60}" presName="compNode" presStyleCnt="0"/>
      <dgm:spPr/>
    </dgm:pt>
    <dgm:pt modelId="{83064D2A-FFE9-4E30-AA90-EA6572F19B8F}" type="pres">
      <dgm:prSet presAssocID="{405F3E75-6F8F-46E3-B0FD-6339C49F0C60}" presName="bkgdShape" presStyleLbl="node1" presStyleIdx="2" presStyleCnt="5"/>
      <dgm:spPr/>
      <dgm:t>
        <a:bodyPr/>
        <a:lstStyle/>
        <a:p>
          <a:endParaRPr lang="en-US"/>
        </a:p>
      </dgm:t>
    </dgm:pt>
    <dgm:pt modelId="{85DCCB79-7DB3-4D5D-8987-A64E608FE2F9}" type="pres">
      <dgm:prSet presAssocID="{405F3E75-6F8F-46E3-B0FD-6339C49F0C60}" presName="nodeTx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21A8431-0624-47C3-A1FB-AB4269F07367}" type="pres">
      <dgm:prSet presAssocID="{405F3E75-6F8F-46E3-B0FD-6339C49F0C60}" presName="invisiNode" presStyleLbl="node1" presStyleIdx="2" presStyleCnt="5"/>
      <dgm:spPr/>
    </dgm:pt>
    <dgm:pt modelId="{849E1E0A-8B88-4983-8E63-032FB0F1DC7B}" type="pres">
      <dgm:prSet presAssocID="{405F3E75-6F8F-46E3-B0FD-6339C49F0C60}" presName="imagNode" presStyleLbl="fgImgPlace1" presStyleIdx="2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7000" r="-37000"/>
          </a:stretch>
        </a:blipFill>
      </dgm:spPr>
    </dgm:pt>
    <dgm:pt modelId="{A4621C5D-461A-4B1B-A3CB-AC102003649C}" type="pres">
      <dgm:prSet presAssocID="{D0384C7A-FA90-4BFD-8442-B7162DC788DC}" presName="sibTrans" presStyleLbl="sibTrans2D1" presStyleIdx="0" presStyleCnt="0"/>
      <dgm:spPr/>
      <dgm:t>
        <a:bodyPr/>
        <a:lstStyle/>
        <a:p>
          <a:endParaRPr lang="en-US"/>
        </a:p>
      </dgm:t>
    </dgm:pt>
    <dgm:pt modelId="{643952DD-8F06-4D36-81EF-7DA01E3657F2}" type="pres">
      <dgm:prSet presAssocID="{D411A351-CD74-4CA2-B3DE-0C7B626E6C7A}" presName="compNode" presStyleCnt="0"/>
      <dgm:spPr/>
    </dgm:pt>
    <dgm:pt modelId="{D8CAA593-B8C1-43FC-A68A-F68CFF9757F9}" type="pres">
      <dgm:prSet presAssocID="{D411A351-CD74-4CA2-B3DE-0C7B626E6C7A}" presName="bkgdShape" presStyleLbl="node1" presStyleIdx="3" presStyleCnt="5"/>
      <dgm:spPr/>
      <dgm:t>
        <a:bodyPr/>
        <a:lstStyle/>
        <a:p>
          <a:endParaRPr lang="en-US"/>
        </a:p>
      </dgm:t>
    </dgm:pt>
    <dgm:pt modelId="{13E5200D-87D5-42BF-A479-DAFAD2102781}" type="pres">
      <dgm:prSet presAssocID="{D411A351-CD74-4CA2-B3DE-0C7B626E6C7A}" presName="nodeTx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D149CE5-677B-4DE3-A513-DF5BE72B4485}" type="pres">
      <dgm:prSet presAssocID="{D411A351-CD74-4CA2-B3DE-0C7B626E6C7A}" presName="invisiNode" presStyleLbl="node1" presStyleIdx="3" presStyleCnt="5"/>
      <dgm:spPr/>
    </dgm:pt>
    <dgm:pt modelId="{AD497245-BC9C-4EA5-ADF0-3B872C0FC75F}" type="pres">
      <dgm:prSet presAssocID="{D411A351-CD74-4CA2-B3DE-0C7B626E6C7A}" presName="imagNode" presStyleLbl="fgImgPlace1" presStyleIdx="3" presStyleCnt="5"/>
      <dgm:spPr>
        <a:blipFill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3000" r="-13000"/>
          </a:stretch>
        </a:blipFill>
      </dgm:spPr>
    </dgm:pt>
    <dgm:pt modelId="{C3A7FC0C-C95F-48E5-9722-18C9152EC569}" type="pres">
      <dgm:prSet presAssocID="{6112E6B3-C2DE-44BE-AA16-94B6002E3DF4}" presName="sibTrans" presStyleLbl="sibTrans2D1" presStyleIdx="0" presStyleCnt="0"/>
      <dgm:spPr/>
      <dgm:t>
        <a:bodyPr/>
        <a:lstStyle/>
        <a:p>
          <a:endParaRPr lang="en-US"/>
        </a:p>
      </dgm:t>
    </dgm:pt>
    <dgm:pt modelId="{F6BDA42D-1DFF-444F-AC4D-FDD5BAA6E3A1}" type="pres">
      <dgm:prSet presAssocID="{4EF78EEC-ABDE-4425-92EA-C7B2BFF92A9B}" presName="compNode" presStyleCnt="0"/>
      <dgm:spPr/>
    </dgm:pt>
    <dgm:pt modelId="{6C6528B4-134E-4EBD-A890-47A71D88F301}" type="pres">
      <dgm:prSet presAssocID="{4EF78EEC-ABDE-4425-92EA-C7B2BFF92A9B}" presName="bkgdShape" presStyleLbl="node1" presStyleIdx="4" presStyleCnt="5"/>
      <dgm:spPr/>
      <dgm:t>
        <a:bodyPr/>
        <a:lstStyle/>
        <a:p>
          <a:endParaRPr lang="en-US"/>
        </a:p>
      </dgm:t>
    </dgm:pt>
    <dgm:pt modelId="{1E3947B0-421B-4661-BB59-1007E1AE70E9}" type="pres">
      <dgm:prSet presAssocID="{4EF78EEC-ABDE-4425-92EA-C7B2BFF92A9B}" presName="nodeTx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173B9FD-1F83-47BC-90E2-5577C4D0D5B9}" type="pres">
      <dgm:prSet presAssocID="{4EF78EEC-ABDE-4425-92EA-C7B2BFF92A9B}" presName="invisiNode" presStyleLbl="node1" presStyleIdx="4" presStyleCnt="5"/>
      <dgm:spPr/>
    </dgm:pt>
    <dgm:pt modelId="{83454401-255D-4290-AB19-CCCEC043FC87}" type="pres">
      <dgm:prSet presAssocID="{4EF78EEC-ABDE-4425-92EA-C7B2BFF92A9B}" presName="imagNode" presStyleLbl="fgImgPlace1" presStyleIdx="4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76000" r="-76000"/>
          </a:stretch>
        </a:blipFill>
      </dgm:spPr>
    </dgm:pt>
  </dgm:ptLst>
  <dgm:cxnLst>
    <dgm:cxn modelId="{BED90C61-BD45-46A0-BCA7-91B1FC22F0A2}" type="presOf" srcId="{D0384C7A-FA90-4BFD-8442-B7162DC788DC}" destId="{A4621C5D-461A-4B1B-A3CB-AC102003649C}" srcOrd="0" destOrd="0" presId="urn:microsoft.com/office/officeart/2005/8/layout/hList7"/>
    <dgm:cxn modelId="{B5783FD4-1F7C-48A2-8437-3F2CEF58C615}" type="presOf" srcId="{4EF78EEC-ABDE-4425-92EA-C7B2BFF92A9B}" destId="{6C6528B4-134E-4EBD-A890-47A71D88F301}" srcOrd="0" destOrd="0" presId="urn:microsoft.com/office/officeart/2005/8/layout/hList7"/>
    <dgm:cxn modelId="{EEC54FB2-62FB-447B-B7D4-05A22C95596B}" type="presOf" srcId="{0A6D5F76-0827-4CF9-ABFE-274045F1761E}" destId="{025072A0-833D-4286-A782-389FF4DB7425}" srcOrd="0" destOrd="0" presId="urn:microsoft.com/office/officeart/2005/8/layout/hList7"/>
    <dgm:cxn modelId="{EC927793-799C-42A1-8F85-C5BF3E2812C3}" srcId="{0A6D5F76-0827-4CF9-ABFE-274045F1761E}" destId="{405F3E75-6F8F-46E3-B0FD-6339C49F0C60}" srcOrd="2" destOrd="0" parTransId="{C4083F46-3E4E-4166-9715-4EFF36C25038}" sibTransId="{D0384C7A-FA90-4BFD-8442-B7162DC788DC}"/>
    <dgm:cxn modelId="{7130C992-0FB4-498F-9A3C-D4B52CD317BC}" type="presOf" srcId="{92465C72-383F-442B-99F6-D6392BD21705}" destId="{84102DBE-4F3F-4B88-8B56-5B8C7D0EF4BF}" srcOrd="0" destOrd="0" presId="urn:microsoft.com/office/officeart/2005/8/layout/hList7"/>
    <dgm:cxn modelId="{30197622-56A1-426D-96B3-3961819FD789}" type="presOf" srcId="{4EF78EEC-ABDE-4425-92EA-C7B2BFF92A9B}" destId="{1E3947B0-421B-4661-BB59-1007E1AE70E9}" srcOrd="1" destOrd="0" presId="urn:microsoft.com/office/officeart/2005/8/layout/hList7"/>
    <dgm:cxn modelId="{68BFDFA0-54B0-44D7-90B2-A8AA93FAAC36}" type="presOf" srcId="{D411A351-CD74-4CA2-B3DE-0C7B626E6C7A}" destId="{D8CAA593-B8C1-43FC-A68A-F68CFF9757F9}" srcOrd="0" destOrd="0" presId="urn:microsoft.com/office/officeart/2005/8/layout/hList7"/>
    <dgm:cxn modelId="{6FDD68F1-8F2A-49B5-8B4F-72D6BCDA11A8}" type="presOf" srcId="{92465C72-383F-442B-99F6-D6392BD21705}" destId="{6E9EE530-E3F6-43DC-9799-AC88C662E922}" srcOrd="1" destOrd="0" presId="urn:microsoft.com/office/officeart/2005/8/layout/hList7"/>
    <dgm:cxn modelId="{54DE90A6-2DC3-44DA-B537-B3F4175D1375}" srcId="{0A6D5F76-0827-4CF9-ABFE-274045F1761E}" destId="{4EF78EEC-ABDE-4425-92EA-C7B2BFF92A9B}" srcOrd="4" destOrd="0" parTransId="{F700E4FC-E497-42D4-82DD-8467BDDBEE56}" sibTransId="{45BE3057-2449-49C6-B528-4767D8DD038D}"/>
    <dgm:cxn modelId="{5ADFB001-C0E1-4263-AE7E-BBB439DF4C42}" type="presOf" srcId="{7FB5417B-2946-4632-BBAB-74753C77B1E5}" destId="{9C1BDBF6-7B9C-4861-A3A5-68ED9082ABA1}" srcOrd="0" destOrd="0" presId="urn:microsoft.com/office/officeart/2005/8/layout/hList7"/>
    <dgm:cxn modelId="{E0F927F3-D997-4A2C-AEAE-35E802942D08}" type="presOf" srcId="{802FEC9F-D389-4A9D-8168-98E5D7BEFC44}" destId="{D14FC13D-D4A1-468B-A1CD-0D36742AE438}" srcOrd="0" destOrd="0" presId="urn:microsoft.com/office/officeart/2005/8/layout/hList7"/>
    <dgm:cxn modelId="{39983145-8A55-470B-A3A3-E1F473C0D1C6}" type="presOf" srcId="{802FEC9F-D389-4A9D-8168-98E5D7BEFC44}" destId="{A0131A31-6D99-4711-A59E-ADEE29C68509}" srcOrd="1" destOrd="0" presId="urn:microsoft.com/office/officeart/2005/8/layout/hList7"/>
    <dgm:cxn modelId="{AF3E709F-4140-4DC6-8CF6-046288DE4A14}" type="presOf" srcId="{3E19E6AF-45EF-46C9-B980-CEC59DC7115E}" destId="{875ECC34-7EE4-4593-971C-A804B44050E6}" srcOrd="0" destOrd="0" presId="urn:microsoft.com/office/officeart/2005/8/layout/hList7"/>
    <dgm:cxn modelId="{1EC51CCF-8863-4799-9861-32658FA92E5E}" type="presOf" srcId="{6112E6B3-C2DE-44BE-AA16-94B6002E3DF4}" destId="{C3A7FC0C-C95F-48E5-9722-18C9152EC569}" srcOrd="0" destOrd="0" presId="urn:microsoft.com/office/officeart/2005/8/layout/hList7"/>
    <dgm:cxn modelId="{365443B2-80F2-4058-B119-98B84D941125}" srcId="{0A6D5F76-0827-4CF9-ABFE-274045F1761E}" destId="{92465C72-383F-442B-99F6-D6392BD21705}" srcOrd="1" destOrd="0" parTransId="{D670FCC3-5C0D-4B4C-AA75-B05F509DF0C6}" sibTransId="{7FB5417B-2946-4632-BBAB-74753C77B1E5}"/>
    <dgm:cxn modelId="{AB9453B6-07A2-4838-9A25-50D41597433D}" type="presOf" srcId="{D411A351-CD74-4CA2-B3DE-0C7B626E6C7A}" destId="{13E5200D-87D5-42BF-A479-DAFAD2102781}" srcOrd="1" destOrd="0" presId="urn:microsoft.com/office/officeart/2005/8/layout/hList7"/>
    <dgm:cxn modelId="{65BBDFEB-F974-4140-AD19-C7D77E88591E}" srcId="{0A6D5F76-0827-4CF9-ABFE-274045F1761E}" destId="{D411A351-CD74-4CA2-B3DE-0C7B626E6C7A}" srcOrd="3" destOrd="0" parTransId="{D7C5C9A0-A128-46F0-8D28-02E5AEEF061C}" sibTransId="{6112E6B3-C2DE-44BE-AA16-94B6002E3DF4}"/>
    <dgm:cxn modelId="{D873D684-D108-4DF7-94BE-9A1C2A242FD1}" type="presOf" srcId="{405F3E75-6F8F-46E3-B0FD-6339C49F0C60}" destId="{83064D2A-FFE9-4E30-AA90-EA6572F19B8F}" srcOrd="0" destOrd="0" presId="urn:microsoft.com/office/officeart/2005/8/layout/hList7"/>
    <dgm:cxn modelId="{63B29C05-50B3-4B1D-B863-DB23FD2B6C95}" srcId="{0A6D5F76-0827-4CF9-ABFE-274045F1761E}" destId="{802FEC9F-D389-4A9D-8168-98E5D7BEFC44}" srcOrd="0" destOrd="0" parTransId="{719B5FF2-F9E7-4CF6-9123-28F684FBB218}" sibTransId="{3E19E6AF-45EF-46C9-B980-CEC59DC7115E}"/>
    <dgm:cxn modelId="{BA9C85CE-AB9B-40A5-A75D-518A6DA23A5C}" type="presOf" srcId="{405F3E75-6F8F-46E3-B0FD-6339C49F0C60}" destId="{85DCCB79-7DB3-4D5D-8987-A64E608FE2F9}" srcOrd="1" destOrd="0" presId="urn:microsoft.com/office/officeart/2005/8/layout/hList7"/>
    <dgm:cxn modelId="{C6547D2F-FD9D-4E75-9BA9-9D434FAD46F5}" type="presParOf" srcId="{025072A0-833D-4286-A782-389FF4DB7425}" destId="{0F019E96-6A89-4528-AB27-DD4C5C56C6D5}" srcOrd="0" destOrd="0" presId="urn:microsoft.com/office/officeart/2005/8/layout/hList7"/>
    <dgm:cxn modelId="{A78A1785-F057-4393-A466-13281118ED49}" type="presParOf" srcId="{025072A0-833D-4286-A782-389FF4DB7425}" destId="{426E4EAE-1DD5-44C1-BEB1-5805D6B8F106}" srcOrd="1" destOrd="0" presId="urn:microsoft.com/office/officeart/2005/8/layout/hList7"/>
    <dgm:cxn modelId="{53C4D3FB-2B53-4903-A802-D604C85D2697}" type="presParOf" srcId="{426E4EAE-1DD5-44C1-BEB1-5805D6B8F106}" destId="{2FCE446D-79D5-41CF-98E4-44D2BA83B62F}" srcOrd="0" destOrd="0" presId="urn:microsoft.com/office/officeart/2005/8/layout/hList7"/>
    <dgm:cxn modelId="{A2ACB05F-6738-491E-8881-D2A95294A687}" type="presParOf" srcId="{2FCE446D-79D5-41CF-98E4-44D2BA83B62F}" destId="{D14FC13D-D4A1-468B-A1CD-0D36742AE438}" srcOrd="0" destOrd="0" presId="urn:microsoft.com/office/officeart/2005/8/layout/hList7"/>
    <dgm:cxn modelId="{D5193B03-BAB4-459E-A931-5A4062929D8D}" type="presParOf" srcId="{2FCE446D-79D5-41CF-98E4-44D2BA83B62F}" destId="{A0131A31-6D99-4711-A59E-ADEE29C68509}" srcOrd="1" destOrd="0" presId="urn:microsoft.com/office/officeart/2005/8/layout/hList7"/>
    <dgm:cxn modelId="{71D1E33B-3BF7-432C-BFDD-783213D47FC3}" type="presParOf" srcId="{2FCE446D-79D5-41CF-98E4-44D2BA83B62F}" destId="{B718858E-9A86-477F-A89F-8198F03084CF}" srcOrd="2" destOrd="0" presId="urn:microsoft.com/office/officeart/2005/8/layout/hList7"/>
    <dgm:cxn modelId="{7771F602-B43C-4215-BC98-7B82E4FB2733}" type="presParOf" srcId="{2FCE446D-79D5-41CF-98E4-44D2BA83B62F}" destId="{720FA7FC-145D-4722-A370-920492321672}" srcOrd="3" destOrd="0" presId="urn:microsoft.com/office/officeart/2005/8/layout/hList7"/>
    <dgm:cxn modelId="{0AF51D33-48D1-4FA5-8D49-AEF78693D2E2}" type="presParOf" srcId="{426E4EAE-1DD5-44C1-BEB1-5805D6B8F106}" destId="{875ECC34-7EE4-4593-971C-A804B44050E6}" srcOrd="1" destOrd="0" presId="urn:microsoft.com/office/officeart/2005/8/layout/hList7"/>
    <dgm:cxn modelId="{A08D779D-7B28-4D3C-AF0D-CCEAA196B65F}" type="presParOf" srcId="{426E4EAE-1DD5-44C1-BEB1-5805D6B8F106}" destId="{CA7A4066-35AF-40E2-972F-BFFA79F5AAFD}" srcOrd="2" destOrd="0" presId="urn:microsoft.com/office/officeart/2005/8/layout/hList7"/>
    <dgm:cxn modelId="{4D9AD2F8-2024-4AAC-8B73-130D6841CD3A}" type="presParOf" srcId="{CA7A4066-35AF-40E2-972F-BFFA79F5AAFD}" destId="{84102DBE-4F3F-4B88-8B56-5B8C7D0EF4BF}" srcOrd="0" destOrd="0" presId="urn:microsoft.com/office/officeart/2005/8/layout/hList7"/>
    <dgm:cxn modelId="{391F22F5-6830-498C-88C7-AC6F29040403}" type="presParOf" srcId="{CA7A4066-35AF-40E2-972F-BFFA79F5AAFD}" destId="{6E9EE530-E3F6-43DC-9799-AC88C662E922}" srcOrd="1" destOrd="0" presId="urn:microsoft.com/office/officeart/2005/8/layout/hList7"/>
    <dgm:cxn modelId="{4F4AA210-A086-4AC0-A16C-FC0676646E8F}" type="presParOf" srcId="{CA7A4066-35AF-40E2-972F-BFFA79F5AAFD}" destId="{C84D47DC-57AA-4AD6-9BB7-817EE09985DB}" srcOrd="2" destOrd="0" presId="urn:microsoft.com/office/officeart/2005/8/layout/hList7"/>
    <dgm:cxn modelId="{A93B1615-6221-4544-9CF2-72149574ABBB}" type="presParOf" srcId="{CA7A4066-35AF-40E2-972F-BFFA79F5AAFD}" destId="{78C2897D-4843-4249-916B-85C567CAB3CD}" srcOrd="3" destOrd="0" presId="urn:microsoft.com/office/officeart/2005/8/layout/hList7"/>
    <dgm:cxn modelId="{89FA4AC5-DF31-4800-A19C-CD1B1F568FAE}" type="presParOf" srcId="{426E4EAE-1DD5-44C1-BEB1-5805D6B8F106}" destId="{9C1BDBF6-7B9C-4861-A3A5-68ED9082ABA1}" srcOrd="3" destOrd="0" presId="urn:microsoft.com/office/officeart/2005/8/layout/hList7"/>
    <dgm:cxn modelId="{1E927D56-377C-458D-BBCB-0807BB61A7EE}" type="presParOf" srcId="{426E4EAE-1DD5-44C1-BEB1-5805D6B8F106}" destId="{9FBEE553-40A1-4BEF-AD31-AC46ACD6ABBD}" srcOrd="4" destOrd="0" presId="urn:microsoft.com/office/officeart/2005/8/layout/hList7"/>
    <dgm:cxn modelId="{CB4EB3C8-0017-438B-8663-7A2DEF8B615E}" type="presParOf" srcId="{9FBEE553-40A1-4BEF-AD31-AC46ACD6ABBD}" destId="{83064D2A-FFE9-4E30-AA90-EA6572F19B8F}" srcOrd="0" destOrd="0" presId="urn:microsoft.com/office/officeart/2005/8/layout/hList7"/>
    <dgm:cxn modelId="{44A53AEE-B27C-4659-890A-09FA62EF4885}" type="presParOf" srcId="{9FBEE553-40A1-4BEF-AD31-AC46ACD6ABBD}" destId="{85DCCB79-7DB3-4D5D-8987-A64E608FE2F9}" srcOrd="1" destOrd="0" presId="urn:microsoft.com/office/officeart/2005/8/layout/hList7"/>
    <dgm:cxn modelId="{FAF55C0F-B6B4-4FF0-9A09-4696F1A7FC6F}" type="presParOf" srcId="{9FBEE553-40A1-4BEF-AD31-AC46ACD6ABBD}" destId="{421A8431-0624-47C3-A1FB-AB4269F07367}" srcOrd="2" destOrd="0" presId="urn:microsoft.com/office/officeart/2005/8/layout/hList7"/>
    <dgm:cxn modelId="{DE19FB17-F0E2-43E1-AF67-FED5ACF34DAD}" type="presParOf" srcId="{9FBEE553-40A1-4BEF-AD31-AC46ACD6ABBD}" destId="{849E1E0A-8B88-4983-8E63-032FB0F1DC7B}" srcOrd="3" destOrd="0" presId="urn:microsoft.com/office/officeart/2005/8/layout/hList7"/>
    <dgm:cxn modelId="{F157074D-C061-48D8-B215-B2A1E9F75A86}" type="presParOf" srcId="{426E4EAE-1DD5-44C1-BEB1-5805D6B8F106}" destId="{A4621C5D-461A-4B1B-A3CB-AC102003649C}" srcOrd="5" destOrd="0" presId="urn:microsoft.com/office/officeart/2005/8/layout/hList7"/>
    <dgm:cxn modelId="{A637F66A-B2FC-442C-87B2-91D1164B2AFD}" type="presParOf" srcId="{426E4EAE-1DD5-44C1-BEB1-5805D6B8F106}" destId="{643952DD-8F06-4D36-81EF-7DA01E3657F2}" srcOrd="6" destOrd="0" presId="urn:microsoft.com/office/officeart/2005/8/layout/hList7"/>
    <dgm:cxn modelId="{2132188A-6F4E-4B77-8375-0C8F71C09A81}" type="presParOf" srcId="{643952DD-8F06-4D36-81EF-7DA01E3657F2}" destId="{D8CAA593-B8C1-43FC-A68A-F68CFF9757F9}" srcOrd="0" destOrd="0" presId="urn:microsoft.com/office/officeart/2005/8/layout/hList7"/>
    <dgm:cxn modelId="{5E87A953-18E1-443B-9C3C-63D789215DC4}" type="presParOf" srcId="{643952DD-8F06-4D36-81EF-7DA01E3657F2}" destId="{13E5200D-87D5-42BF-A479-DAFAD2102781}" srcOrd="1" destOrd="0" presId="urn:microsoft.com/office/officeart/2005/8/layout/hList7"/>
    <dgm:cxn modelId="{79C15E13-7899-4440-AD02-C79A2AFE2C96}" type="presParOf" srcId="{643952DD-8F06-4D36-81EF-7DA01E3657F2}" destId="{7D149CE5-677B-4DE3-A513-DF5BE72B4485}" srcOrd="2" destOrd="0" presId="urn:microsoft.com/office/officeart/2005/8/layout/hList7"/>
    <dgm:cxn modelId="{0909929C-623B-4CD7-A6BD-910443822718}" type="presParOf" srcId="{643952DD-8F06-4D36-81EF-7DA01E3657F2}" destId="{AD497245-BC9C-4EA5-ADF0-3B872C0FC75F}" srcOrd="3" destOrd="0" presId="urn:microsoft.com/office/officeart/2005/8/layout/hList7"/>
    <dgm:cxn modelId="{BF1E5E56-38D9-4BF0-84E4-D4FDE019B8B2}" type="presParOf" srcId="{426E4EAE-1DD5-44C1-BEB1-5805D6B8F106}" destId="{C3A7FC0C-C95F-48E5-9722-18C9152EC569}" srcOrd="7" destOrd="0" presId="urn:microsoft.com/office/officeart/2005/8/layout/hList7"/>
    <dgm:cxn modelId="{D54C6973-49A9-414C-B55E-BDC1DAFBA32B}" type="presParOf" srcId="{426E4EAE-1DD5-44C1-BEB1-5805D6B8F106}" destId="{F6BDA42D-1DFF-444F-AC4D-FDD5BAA6E3A1}" srcOrd="8" destOrd="0" presId="urn:microsoft.com/office/officeart/2005/8/layout/hList7"/>
    <dgm:cxn modelId="{4277BDA2-EA40-434E-A3E8-EA567ECC140A}" type="presParOf" srcId="{F6BDA42D-1DFF-444F-AC4D-FDD5BAA6E3A1}" destId="{6C6528B4-134E-4EBD-A890-47A71D88F301}" srcOrd="0" destOrd="0" presId="urn:microsoft.com/office/officeart/2005/8/layout/hList7"/>
    <dgm:cxn modelId="{2E418032-1AE8-46C9-A942-A1373BE6E49B}" type="presParOf" srcId="{F6BDA42D-1DFF-444F-AC4D-FDD5BAA6E3A1}" destId="{1E3947B0-421B-4661-BB59-1007E1AE70E9}" srcOrd="1" destOrd="0" presId="urn:microsoft.com/office/officeart/2005/8/layout/hList7"/>
    <dgm:cxn modelId="{648E2F62-6AF6-4FE3-B9FD-78161AB0D1D1}" type="presParOf" srcId="{F6BDA42D-1DFF-444F-AC4D-FDD5BAA6E3A1}" destId="{F173B9FD-1F83-47BC-90E2-5577C4D0D5B9}" srcOrd="2" destOrd="0" presId="urn:microsoft.com/office/officeart/2005/8/layout/hList7"/>
    <dgm:cxn modelId="{43B14453-64EC-4C8C-95BE-03B7E799459F}" type="presParOf" srcId="{F6BDA42D-1DFF-444F-AC4D-FDD5BAA6E3A1}" destId="{83454401-255D-4290-AB19-CCCEC043FC87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87AF5F-1E1D-405B-93AF-ABB52E37F189}">
      <dsp:nvSpPr>
        <dsp:cNvPr id="0" name=""/>
        <dsp:cNvSpPr/>
      </dsp:nvSpPr>
      <dsp:spPr>
        <a:xfrm>
          <a:off x="4995" y="1097682"/>
          <a:ext cx="1167896" cy="1167896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1000" r="-11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3EB179-5056-4746-8DCD-E7EBFBF0F837}">
      <dsp:nvSpPr>
        <dsp:cNvPr id="0" name=""/>
        <dsp:cNvSpPr/>
      </dsp:nvSpPr>
      <dsp:spPr>
        <a:xfrm>
          <a:off x="195118" y="1798420"/>
          <a:ext cx="1167896" cy="11678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Nano-Devices</a:t>
          </a:r>
          <a:endParaRPr lang="en-US" sz="1400" kern="1200" dirty="0"/>
        </a:p>
      </dsp:txBody>
      <dsp:txXfrm>
        <a:off x="229325" y="1832627"/>
        <a:ext cx="1099482" cy="1099482"/>
      </dsp:txXfrm>
    </dsp:sp>
    <dsp:sp modelId="{977E8901-EAD1-4C8F-B23A-30DEB43A6665}">
      <dsp:nvSpPr>
        <dsp:cNvPr id="0" name=""/>
        <dsp:cNvSpPr/>
      </dsp:nvSpPr>
      <dsp:spPr>
        <a:xfrm>
          <a:off x="1397855" y="1541316"/>
          <a:ext cx="224962" cy="28062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200" kern="1200"/>
        </a:p>
      </dsp:txBody>
      <dsp:txXfrm>
        <a:off x="1397855" y="1597442"/>
        <a:ext cx="157473" cy="168377"/>
      </dsp:txXfrm>
    </dsp:sp>
    <dsp:sp modelId="{27ADD567-E3FA-4EDE-952C-8E8DA91AD6B9}">
      <dsp:nvSpPr>
        <dsp:cNvPr id="0" name=""/>
        <dsp:cNvSpPr/>
      </dsp:nvSpPr>
      <dsp:spPr>
        <a:xfrm>
          <a:off x="1815642" y="1097682"/>
          <a:ext cx="1167896" cy="1167896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9000" r="-19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3AF679-42A0-4D88-AEDD-421F3BD97D7D}">
      <dsp:nvSpPr>
        <dsp:cNvPr id="0" name=""/>
        <dsp:cNvSpPr/>
      </dsp:nvSpPr>
      <dsp:spPr>
        <a:xfrm>
          <a:off x="2005765" y="1798420"/>
          <a:ext cx="1167896" cy="11678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Nano-Circuits</a:t>
          </a:r>
          <a:endParaRPr lang="en-US" sz="1400" kern="1200" dirty="0"/>
        </a:p>
      </dsp:txBody>
      <dsp:txXfrm>
        <a:off x="2039972" y="1832627"/>
        <a:ext cx="1099482" cy="1099482"/>
      </dsp:txXfrm>
    </dsp:sp>
    <dsp:sp modelId="{5B18EF3F-558D-4197-8EE2-4F8520047E92}">
      <dsp:nvSpPr>
        <dsp:cNvPr id="0" name=""/>
        <dsp:cNvSpPr/>
      </dsp:nvSpPr>
      <dsp:spPr>
        <a:xfrm>
          <a:off x="3208502" y="1541316"/>
          <a:ext cx="224962" cy="28062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200" kern="1200"/>
        </a:p>
      </dsp:txBody>
      <dsp:txXfrm>
        <a:off x="3208502" y="1597442"/>
        <a:ext cx="157473" cy="168377"/>
      </dsp:txXfrm>
    </dsp:sp>
    <dsp:sp modelId="{88445C7D-5D4C-41B4-97FD-78EBDE04CCF0}">
      <dsp:nvSpPr>
        <dsp:cNvPr id="0" name=""/>
        <dsp:cNvSpPr/>
      </dsp:nvSpPr>
      <dsp:spPr>
        <a:xfrm>
          <a:off x="3626290" y="1097682"/>
          <a:ext cx="1167896" cy="1167896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7000" r="-37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D30634-0F67-467E-9EE8-328EECA533EE}">
      <dsp:nvSpPr>
        <dsp:cNvPr id="0" name=""/>
        <dsp:cNvSpPr/>
      </dsp:nvSpPr>
      <dsp:spPr>
        <a:xfrm>
          <a:off x="3816413" y="1798420"/>
          <a:ext cx="1167896" cy="11678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Nano-Architectures</a:t>
          </a:r>
          <a:endParaRPr lang="en-US" sz="1400" kern="1200" dirty="0"/>
        </a:p>
      </dsp:txBody>
      <dsp:txXfrm>
        <a:off x="3850620" y="1832627"/>
        <a:ext cx="1099482" cy="1099482"/>
      </dsp:txXfrm>
    </dsp:sp>
    <dsp:sp modelId="{4FC4FA18-84A1-4850-9A28-087F223BC068}">
      <dsp:nvSpPr>
        <dsp:cNvPr id="0" name=""/>
        <dsp:cNvSpPr/>
      </dsp:nvSpPr>
      <dsp:spPr>
        <a:xfrm>
          <a:off x="5019149" y="1541316"/>
          <a:ext cx="224962" cy="28062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200" kern="1200"/>
        </a:p>
      </dsp:txBody>
      <dsp:txXfrm>
        <a:off x="5019149" y="1597442"/>
        <a:ext cx="157473" cy="168377"/>
      </dsp:txXfrm>
    </dsp:sp>
    <dsp:sp modelId="{7D2EB20B-7DC8-4AFA-B968-A41DFB447A6D}">
      <dsp:nvSpPr>
        <dsp:cNvPr id="0" name=""/>
        <dsp:cNvSpPr/>
      </dsp:nvSpPr>
      <dsp:spPr>
        <a:xfrm>
          <a:off x="5436937" y="1097682"/>
          <a:ext cx="1167896" cy="1167896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" r="-2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85C6AB-391B-4FDB-BFD0-E052904E1AFB}">
      <dsp:nvSpPr>
        <dsp:cNvPr id="0" name=""/>
        <dsp:cNvSpPr/>
      </dsp:nvSpPr>
      <dsp:spPr>
        <a:xfrm>
          <a:off x="5627060" y="1798420"/>
          <a:ext cx="1167896" cy="11678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Nano-Systems</a:t>
          </a:r>
          <a:endParaRPr lang="en-US" sz="1400" kern="1200" dirty="0"/>
        </a:p>
      </dsp:txBody>
      <dsp:txXfrm>
        <a:off x="5661267" y="1832627"/>
        <a:ext cx="1099482" cy="1099482"/>
      </dsp:txXfrm>
    </dsp:sp>
    <dsp:sp modelId="{01C9CF58-59E2-4EE4-AC36-3391A50EE9C3}">
      <dsp:nvSpPr>
        <dsp:cNvPr id="0" name=""/>
        <dsp:cNvSpPr/>
      </dsp:nvSpPr>
      <dsp:spPr>
        <a:xfrm>
          <a:off x="6829797" y="1541316"/>
          <a:ext cx="224962" cy="28062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200" kern="1200"/>
        </a:p>
      </dsp:txBody>
      <dsp:txXfrm>
        <a:off x="6829797" y="1597442"/>
        <a:ext cx="157473" cy="168377"/>
      </dsp:txXfrm>
    </dsp:sp>
    <dsp:sp modelId="{0812CAAA-60A1-4CE8-80BF-3AE12EA135D9}">
      <dsp:nvSpPr>
        <dsp:cNvPr id="0" name=""/>
        <dsp:cNvSpPr/>
      </dsp:nvSpPr>
      <dsp:spPr>
        <a:xfrm>
          <a:off x="7247584" y="1097682"/>
          <a:ext cx="1167896" cy="1167896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4000" r="-54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0CB76B-F9C7-455A-9D62-421547F60264}">
      <dsp:nvSpPr>
        <dsp:cNvPr id="0" name=""/>
        <dsp:cNvSpPr/>
      </dsp:nvSpPr>
      <dsp:spPr>
        <a:xfrm>
          <a:off x="7437707" y="1798420"/>
          <a:ext cx="1167896" cy="11678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Nano-Applications</a:t>
          </a:r>
          <a:endParaRPr lang="en-US" sz="1400" kern="1200" dirty="0"/>
        </a:p>
      </dsp:txBody>
      <dsp:txXfrm>
        <a:off x="7471914" y="1832627"/>
        <a:ext cx="1099482" cy="109948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4FC13D-D4A1-468B-A1CD-0D36742AE438}">
      <dsp:nvSpPr>
        <dsp:cNvPr id="0" name=""/>
        <dsp:cNvSpPr/>
      </dsp:nvSpPr>
      <dsp:spPr>
        <a:xfrm>
          <a:off x="0" y="0"/>
          <a:ext cx="1681757" cy="4064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kern="1200" dirty="0" smtClean="0"/>
            <a:t>Nano Devices</a:t>
          </a:r>
          <a:endParaRPr lang="en-US" sz="1900" b="1" kern="1200" dirty="0"/>
        </a:p>
      </dsp:txBody>
      <dsp:txXfrm>
        <a:off x="0" y="1625600"/>
        <a:ext cx="1681757" cy="1625600"/>
      </dsp:txXfrm>
    </dsp:sp>
    <dsp:sp modelId="{720FA7FC-145D-4722-A370-920492321672}">
      <dsp:nvSpPr>
        <dsp:cNvPr id="0" name=""/>
        <dsp:cNvSpPr/>
      </dsp:nvSpPr>
      <dsp:spPr>
        <a:xfrm>
          <a:off x="164222" y="243840"/>
          <a:ext cx="1353312" cy="1353312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1000" r="-11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102DBE-4F3F-4B88-8B56-5B8C7D0EF4BF}">
      <dsp:nvSpPr>
        <dsp:cNvPr id="0" name=""/>
        <dsp:cNvSpPr/>
      </dsp:nvSpPr>
      <dsp:spPr>
        <a:xfrm>
          <a:off x="1732210" y="0"/>
          <a:ext cx="1681757" cy="4064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kern="1200" dirty="0" smtClean="0"/>
            <a:t>Nano Circuits</a:t>
          </a:r>
          <a:endParaRPr lang="en-US" sz="1900" b="1" kern="1200" dirty="0"/>
        </a:p>
      </dsp:txBody>
      <dsp:txXfrm>
        <a:off x="1732210" y="1625600"/>
        <a:ext cx="1681757" cy="1625600"/>
      </dsp:txXfrm>
    </dsp:sp>
    <dsp:sp modelId="{78C2897D-4843-4249-916B-85C567CAB3CD}">
      <dsp:nvSpPr>
        <dsp:cNvPr id="0" name=""/>
        <dsp:cNvSpPr/>
      </dsp:nvSpPr>
      <dsp:spPr>
        <a:xfrm>
          <a:off x="1896433" y="243840"/>
          <a:ext cx="1353312" cy="1353312"/>
        </a:xfrm>
        <a:prstGeom prst="ellipse">
          <a:avLst/>
        </a:prstGeom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9000" r="-19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064D2A-FFE9-4E30-AA90-EA6572F19B8F}">
      <dsp:nvSpPr>
        <dsp:cNvPr id="0" name=""/>
        <dsp:cNvSpPr/>
      </dsp:nvSpPr>
      <dsp:spPr>
        <a:xfrm>
          <a:off x="3464421" y="0"/>
          <a:ext cx="1681757" cy="4064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kern="1200" dirty="0" smtClean="0"/>
            <a:t>Nano Architectures</a:t>
          </a:r>
          <a:endParaRPr lang="en-US" sz="1900" b="1" kern="1200" dirty="0"/>
        </a:p>
      </dsp:txBody>
      <dsp:txXfrm>
        <a:off x="3464421" y="1625600"/>
        <a:ext cx="1681757" cy="1625600"/>
      </dsp:txXfrm>
    </dsp:sp>
    <dsp:sp modelId="{849E1E0A-8B88-4983-8E63-032FB0F1DC7B}">
      <dsp:nvSpPr>
        <dsp:cNvPr id="0" name=""/>
        <dsp:cNvSpPr/>
      </dsp:nvSpPr>
      <dsp:spPr>
        <a:xfrm>
          <a:off x="3628644" y="243840"/>
          <a:ext cx="1353312" cy="1353312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7000" r="-37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CAA593-B8C1-43FC-A68A-F68CFF9757F9}">
      <dsp:nvSpPr>
        <dsp:cNvPr id="0" name=""/>
        <dsp:cNvSpPr/>
      </dsp:nvSpPr>
      <dsp:spPr>
        <a:xfrm>
          <a:off x="5196631" y="0"/>
          <a:ext cx="1681757" cy="4064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kern="1200" dirty="0" smtClean="0"/>
            <a:t>Nano Systems</a:t>
          </a:r>
          <a:endParaRPr lang="en-US" sz="1900" b="1" kern="1200" dirty="0"/>
        </a:p>
      </dsp:txBody>
      <dsp:txXfrm>
        <a:off x="5196631" y="1625600"/>
        <a:ext cx="1681757" cy="1625600"/>
      </dsp:txXfrm>
    </dsp:sp>
    <dsp:sp modelId="{AD497245-BC9C-4EA5-ADF0-3B872C0FC75F}">
      <dsp:nvSpPr>
        <dsp:cNvPr id="0" name=""/>
        <dsp:cNvSpPr/>
      </dsp:nvSpPr>
      <dsp:spPr>
        <a:xfrm>
          <a:off x="5360854" y="243840"/>
          <a:ext cx="1353312" cy="1353312"/>
        </a:xfrm>
        <a:prstGeom prst="ellipse">
          <a:avLst/>
        </a:prstGeom>
        <a:blipFill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3000" r="-13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6528B4-134E-4EBD-A890-47A71D88F301}">
      <dsp:nvSpPr>
        <dsp:cNvPr id="0" name=""/>
        <dsp:cNvSpPr/>
      </dsp:nvSpPr>
      <dsp:spPr>
        <a:xfrm>
          <a:off x="6928842" y="0"/>
          <a:ext cx="1681757" cy="4064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kern="1200" dirty="0" smtClean="0"/>
            <a:t>Nano Applications</a:t>
          </a:r>
          <a:endParaRPr lang="en-US" sz="1900" b="1" kern="1200" dirty="0"/>
        </a:p>
      </dsp:txBody>
      <dsp:txXfrm>
        <a:off x="6928842" y="1625600"/>
        <a:ext cx="1681757" cy="1625600"/>
      </dsp:txXfrm>
    </dsp:sp>
    <dsp:sp modelId="{83454401-255D-4290-AB19-CCCEC043FC87}">
      <dsp:nvSpPr>
        <dsp:cNvPr id="0" name=""/>
        <dsp:cNvSpPr/>
      </dsp:nvSpPr>
      <dsp:spPr>
        <a:xfrm>
          <a:off x="7093065" y="243840"/>
          <a:ext cx="1353312" cy="1353312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76000" r="-76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019E96-6A89-4528-AB27-DD4C5C56C6D5}">
      <dsp:nvSpPr>
        <dsp:cNvPr id="0" name=""/>
        <dsp:cNvSpPr/>
      </dsp:nvSpPr>
      <dsp:spPr>
        <a:xfrm>
          <a:off x="344423" y="3251200"/>
          <a:ext cx="7921752" cy="609600"/>
        </a:xfrm>
        <a:prstGeom prst="leftRight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0">
  <dgm:title val=""/>
  <dgm:desc val=""/>
  <dgm:catLst>
    <dgm:cat type="process" pri="3000"/>
    <dgm:cat type="picture" pri="30000"/>
    <dgm:cat type="pictureconvert" pri="3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op="equ" fact="0.3333"/>
      <dgm:constr type="primFontSz" for="des" forName="txNode" op="equ" val="65"/>
      <dgm:constr type="primFontSz" for="des" forName="connTx" op="equ" val="55"/>
      <dgm:constr type="primFontSz" for="des" forName="connTx" refType="primFontSz" refFor="des" refForName="txNode" op="lte" fact="0.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imagSh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 refType="w" fact="0.14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if>
          <dgm:else name="Name7">
            <dgm:constrLst>
              <dgm:constr type="l" for="ch" forName="imagSh" refType="w" fact="0.14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else>
        </dgm:choose>
        <dgm:ruleLst/>
        <dgm:layoutNode name="imagSh" styleLbl="b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x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imagSh"/>
            <dgm:param type="dstNode" val="imagSh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35"/>
            <dgm:constr type="endPad" refType="connDist" fact="0.3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105AE-2FE3-406C-93FC-7B702463566A}" type="datetimeFigureOut">
              <a:rPr lang="en-US" smtClean="0"/>
              <a:t>7/5/2016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D7C92-6E47-455F-9F60-6CF7D1C70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841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105AE-2FE3-406C-93FC-7B702463566A}" type="datetimeFigureOut">
              <a:rPr lang="en-US" smtClean="0"/>
              <a:t>7/5/2016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D7C92-6E47-455F-9F60-6CF7D1C70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445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105AE-2FE3-406C-93FC-7B702463566A}" type="datetimeFigureOut">
              <a:rPr lang="en-US" smtClean="0"/>
              <a:t>7/5/2016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D7C92-6E47-455F-9F60-6CF7D1C70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202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105AE-2FE3-406C-93FC-7B702463566A}" type="datetimeFigureOut">
              <a:rPr lang="en-US" smtClean="0"/>
              <a:t>7/5/2016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D7C92-6E47-455F-9F60-6CF7D1C70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013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105AE-2FE3-406C-93FC-7B702463566A}" type="datetimeFigureOut">
              <a:rPr lang="en-US" smtClean="0"/>
              <a:t>7/5/2016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D7C92-6E47-455F-9F60-6CF7D1C70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730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105AE-2FE3-406C-93FC-7B702463566A}" type="datetimeFigureOut">
              <a:rPr lang="en-US" smtClean="0"/>
              <a:t>7/5/2016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D7C92-6E47-455F-9F60-6CF7D1C70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547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105AE-2FE3-406C-93FC-7B702463566A}" type="datetimeFigureOut">
              <a:rPr lang="en-US" smtClean="0"/>
              <a:t>7/5/2016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D7C92-6E47-455F-9F60-6CF7D1C70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957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105AE-2FE3-406C-93FC-7B702463566A}" type="datetimeFigureOut">
              <a:rPr lang="en-US" smtClean="0"/>
              <a:t>7/5/2016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D7C92-6E47-455F-9F60-6CF7D1C70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704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105AE-2FE3-406C-93FC-7B702463566A}" type="datetimeFigureOut">
              <a:rPr lang="en-US" smtClean="0"/>
              <a:t>7/5/2016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D7C92-6E47-455F-9F60-6CF7D1C70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856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105AE-2FE3-406C-93FC-7B702463566A}" type="datetimeFigureOut">
              <a:rPr lang="en-US" smtClean="0"/>
              <a:t>7/5/2016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D7C92-6E47-455F-9F60-6CF7D1C70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704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105AE-2FE3-406C-93FC-7B702463566A}" type="datetimeFigureOut">
              <a:rPr lang="en-US" smtClean="0"/>
              <a:t>7/5/2016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D7C92-6E47-455F-9F60-6CF7D1C70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22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9105AE-2FE3-406C-93FC-7B702463566A}" type="datetimeFigureOut">
              <a:rPr lang="en-US" smtClean="0"/>
              <a:t>7/5/2016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2D7C92-6E47-455F-9F60-6CF7D1C70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986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600100825"/>
              </p:ext>
            </p:extLst>
          </p:nvPr>
        </p:nvGraphicFramePr>
        <p:xfrm>
          <a:off x="228600" y="1397000"/>
          <a:ext cx="86106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4"/>
          <p:cNvSpPr/>
          <p:nvPr/>
        </p:nvSpPr>
        <p:spPr>
          <a:xfrm>
            <a:off x="120768" y="1706074"/>
            <a:ext cx="894841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  <a:effectLst/>
              </a:rPr>
              <a:t>Nano Electronics &amp; Computing Research Laboratory</a:t>
            </a:r>
            <a:endParaRPr lang="en-US" sz="3200" b="1" cap="none" spc="0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FFFFFF">
                      <a:tint val="40000"/>
                      <a:satMod val="250000"/>
                    </a:srgbClr>
                  </a:gs>
                  <a:gs pos="9000">
                    <a:srgbClr val="FFFFFF">
                      <a:tint val="52000"/>
                      <a:satMod val="300000"/>
                    </a:srgbClr>
                  </a:gs>
                  <a:gs pos="50000">
                    <a:srgbClr val="FFFFFF">
                      <a:shade val="20000"/>
                      <a:satMod val="300000"/>
                    </a:srgbClr>
                  </a:gs>
                  <a:gs pos="79000">
                    <a:srgbClr val="FFFFFF">
                      <a:tint val="52000"/>
                      <a:satMod val="300000"/>
                    </a:srgbClr>
                  </a:gs>
                  <a:gs pos="100000">
                    <a:srgbClr val="FFFFFF">
                      <a:tint val="40000"/>
                      <a:satMod val="250000"/>
                    </a:srgbClr>
                  </a:gs>
                </a:gsLst>
                <a:lin ang="5400000"/>
              </a:gra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603931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2528383866"/>
              </p:ext>
            </p:extLst>
          </p:nvPr>
        </p:nvGraphicFramePr>
        <p:xfrm>
          <a:off x="304800" y="1397000"/>
          <a:ext cx="86106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 2"/>
          <p:cNvSpPr/>
          <p:nvPr/>
        </p:nvSpPr>
        <p:spPr>
          <a:xfrm>
            <a:off x="838200" y="4677623"/>
            <a:ext cx="763061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  <a:effectLst/>
              </a:rPr>
              <a:t>Nano </a:t>
            </a:r>
            <a:r>
              <a:rPr lang="en-US" sz="2400" b="1" cap="none" spc="0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  <a:effectLst/>
              </a:rPr>
              <a:t>Electronics</a:t>
            </a:r>
            <a:r>
              <a:rPr lang="en-US" sz="2800" b="1" cap="none" spc="0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  <a:effectLst/>
              </a:rPr>
              <a:t> &amp; Computing Research Laboratory</a:t>
            </a:r>
            <a:endParaRPr lang="en-US" sz="2800" b="1" cap="none" spc="0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FFFFFF">
                      <a:tint val="40000"/>
                      <a:satMod val="250000"/>
                    </a:srgbClr>
                  </a:gs>
                  <a:gs pos="9000">
                    <a:srgbClr val="FFFFFF">
                      <a:tint val="52000"/>
                      <a:satMod val="300000"/>
                    </a:srgbClr>
                  </a:gs>
                  <a:gs pos="50000">
                    <a:srgbClr val="FFFFFF">
                      <a:shade val="20000"/>
                      <a:satMod val="300000"/>
                    </a:srgbClr>
                  </a:gs>
                  <a:gs pos="79000">
                    <a:srgbClr val="FFFFFF">
                      <a:tint val="52000"/>
                      <a:satMod val="300000"/>
                    </a:srgbClr>
                  </a:gs>
                  <a:gs pos="100000">
                    <a:srgbClr val="FFFFFF">
                      <a:tint val="40000"/>
                      <a:satMod val="250000"/>
                    </a:srgbClr>
                  </a:gs>
                </a:gsLst>
                <a:lin ang="5400000"/>
              </a:gra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89564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43"/>
          <p:cNvGrpSpPr>
            <a:grpSpLocks/>
          </p:cNvGrpSpPr>
          <p:nvPr/>
        </p:nvGrpSpPr>
        <p:grpSpPr bwMode="auto">
          <a:xfrm flipH="1">
            <a:off x="4152900" y="1789114"/>
            <a:ext cx="381000" cy="585787"/>
            <a:chOff x="1008" y="2784"/>
            <a:chExt cx="240" cy="384"/>
          </a:xfrm>
        </p:grpSpPr>
        <p:sp>
          <p:nvSpPr>
            <p:cNvPr id="73" name="Line 44"/>
            <p:cNvSpPr>
              <a:spLocks noChangeShapeType="1"/>
            </p:cNvSpPr>
            <p:nvPr/>
          </p:nvSpPr>
          <p:spPr bwMode="auto">
            <a:xfrm flipH="1">
              <a:off x="1008" y="2976"/>
              <a:ext cx="9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" name="Line 45"/>
            <p:cNvSpPr>
              <a:spLocks noChangeShapeType="1"/>
            </p:cNvSpPr>
            <p:nvPr/>
          </p:nvSpPr>
          <p:spPr bwMode="auto">
            <a:xfrm flipH="1">
              <a:off x="1152" y="2880"/>
              <a:ext cx="9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" name="Line 46"/>
            <p:cNvSpPr>
              <a:spLocks noChangeShapeType="1"/>
            </p:cNvSpPr>
            <p:nvPr/>
          </p:nvSpPr>
          <p:spPr bwMode="auto">
            <a:xfrm>
              <a:off x="1152" y="2880"/>
              <a:ext cx="0" cy="19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" name="Line 47"/>
            <p:cNvSpPr>
              <a:spLocks noChangeShapeType="1"/>
            </p:cNvSpPr>
            <p:nvPr/>
          </p:nvSpPr>
          <p:spPr bwMode="auto">
            <a:xfrm>
              <a:off x="1152" y="3072"/>
              <a:ext cx="9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" name="Line 48"/>
            <p:cNvSpPr>
              <a:spLocks noChangeShapeType="1"/>
            </p:cNvSpPr>
            <p:nvPr/>
          </p:nvSpPr>
          <p:spPr bwMode="auto">
            <a:xfrm>
              <a:off x="1248" y="3072"/>
              <a:ext cx="0" cy="9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" name="Line 49"/>
            <p:cNvSpPr>
              <a:spLocks noChangeShapeType="1"/>
            </p:cNvSpPr>
            <p:nvPr/>
          </p:nvSpPr>
          <p:spPr bwMode="auto">
            <a:xfrm>
              <a:off x="1104" y="2880"/>
              <a:ext cx="0" cy="19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" name="Line 50"/>
            <p:cNvSpPr>
              <a:spLocks noChangeShapeType="1"/>
            </p:cNvSpPr>
            <p:nvPr/>
          </p:nvSpPr>
          <p:spPr bwMode="auto">
            <a:xfrm>
              <a:off x="1248" y="2784"/>
              <a:ext cx="0" cy="9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0" name="Group 25"/>
          <p:cNvGrpSpPr>
            <a:grpSpLocks/>
          </p:cNvGrpSpPr>
          <p:nvPr/>
        </p:nvGrpSpPr>
        <p:grpSpPr bwMode="auto">
          <a:xfrm>
            <a:off x="5033409" y="1775452"/>
            <a:ext cx="376791" cy="607314"/>
            <a:chOff x="1008" y="2784"/>
            <a:chExt cx="240" cy="384"/>
          </a:xfrm>
        </p:grpSpPr>
        <p:sp>
          <p:nvSpPr>
            <p:cNvPr id="81" name="Line 26"/>
            <p:cNvSpPr>
              <a:spLocks noChangeShapeType="1"/>
            </p:cNvSpPr>
            <p:nvPr/>
          </p:nvSpPr>
          <p:spPr bwMode="auto">
            <a:xfrm flipH="1">
              <a:off x="1008" y="2976"/>
              <a:ext cx="9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" name="Line 27"/>
            <p:cNvSpPr>
              <a:spLocks noChangeShapeType="1"/>
            </p:cNvSpPr>
            <p:nvPr/>
          </p:nvSpPr>
          <p:spPr bwMode="auto">
            <a:xfrm flipH="1">
              <a:off x="1152" y="2880"/>
              <a:ext cx="9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" name="Line 28"/>
            <p:cNvSpPr>
              <a:spLocks noChangeShapeType="1"/>
            </p:cNvSpPr>
            <p:nvPr/>
          </p:nvSpPr>
          <p:spPr bwMode="auto">
            <a:xfrm>
              <a:off x="1152" y="2880"/>
              <a:ext cx="0" cy="19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" name="Line 29"/>
            <p:cNvSpPr>
              <a:spLocks noChangeShapeType="1"/>
            </p:cNvSpPr>
            <p:nvPr/>
          </p:nvSpPr>
          <p:spPr bwMode="auto">
            <a:xfrm>
              <a:off x="1152" y="3072"/>
              <a:ext cx="9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" name="Line 30"/>
            <p:cNvSpPr>
              <a:spLocks noChangeShapeType="1"/>
            </p:cNvSpPr>
            <p:nvPr/>
          </p:nvSpPr>
          <p:spPr bwMode="auto">
            <a:xfrm>
              <a:off x="1248" y="3072"/>
              <a:ext cx="0" cy="9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" name="Line 31"/>
            <p:cNvSpPr>
              <a:spLocks noChangeShapeType="1"/>
            </p:cNvSpPr>
            <p:nvPr/>
          </p:nvSpPr>
          <p:spPr bwMode="auto">
            <a:xfrm>
              <a:off x="1104" y="2880"/>
              <a:ext cx="0" cy="19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7" name="Line 32"/>
            <p:cNvSpPr>
              <a:spLocks noChangeShapeType="1"/>
            </p:cNvSpPr>
            <p:nvPr/>
          </p:nvSpPr>
          <p:spPr bwMode="auto">
            <a:xfrm>
              <a:off x="1248" y="2784"/>
              <a:ext cx="0" cy="9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8" name="Group 14"/>
          <p:cNvGrpSpPr>
            <a:grpSpLocks/>
          </p:cNvGrpSpPr>
          <p:nvPr/>
        </p:nvGrpSpPr>
        <p:grpSpPr bwMode="auto">
          <a:xfrm rot="10800000">
            <a:off x="5029200" y="1011166"/>
            <a:ext cx="381000" cy="584200"/>
            <a:chOff x="1344" y="2784"/>
            <a:chExt cx="240" cy="384"/>
          </a:xfrm>
        </p:grpSpPr>
        <p:sp>
          <p:nvSpPr>
            <p:cNvPr id="89" name="Line 15"/>
            <p:cNvSpPr>
              <a:spLocks noChangeShapeType="1"/>
            </p:cNvSpPr>
            <p:nvPr/>
          </p:nvSpPr>
          <p:spPr bwMode="auto">
            <a:xfrm flipH="1">
              <a:off x="1344" y="2784"/>
              <a:ext cx="0" cy="9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" name="Line 16"/>
            <p:cNvSpPr>
              <a:spLocks noChangeShapeType="1"/>
            </p:cNvSpPr>
            <p:nvPr/>
          </p:nvSpPr>
          <p:spPr bwMode="auto">
            <a:xfrm>
              <a:off x="1344" y="2880"/>
              <a:ext cx="9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" name="Line 17"/>
            <p:cNvSpPr>
              <a:spLocks noChangeShapeType="1"/>
            </p:cNvSpPr>
            <p:nvPr/>
          </p:nvSpPr>
          <p:spPr bwMode="auto">
            <a:xfrm flipH="1">
              <a:off x="1440" y="2880"/>
              <a:ext cx="0" cy="19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" name="Line 18"/>
            <p:cNvSpPr>
              <a:spLocks noChangeShapeType="1"/>
            </p:cNvSpPr>
            <p:nvPr/>
          </p:nvSpPr>
          <p:spPr bwMode="auto">
            <a:xfrm flipH="1">
              <a:off x="1344" y="3072"/>
              <a:ext cx="9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" name="Line 19"/>
            <p:cNvSpPr>
              <a:spLocks noChangeShapeType="1"/>
            </p:cNvSpPr>
            <p:nvPr/>
          </p:nvSpPr>
          <p:spPr bwMode="auto">
            <a:xfrm flipH="1">
              <a:off x="1344" y="3072"/>
              <a:ext cx="0" cy="9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4" name="Oval 20"/>
            <p:cNvSpPr>
              <a:spLocks noChangeArrowheads="1"/>
            </p:cNvSpPr>
            <p:nvPr/>
          </p:nvSpPr>
          <p:spPr bwMode="auto">
            <a:xfrm flipH="1">
              <a:off x="1492" y="2948"/>
              <a:ext cx="48" cy="48"/>
            </a:xfrm>
            <a:prstGeom prst="ellips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5" name="Line 21"/>
            <p:cNvSpPr>
              <a:spLocks noChangeShapeType="1"/>
            </p:cNvSpPr>
            <p:nvPr/>
          </p:nvSpPr>
          <p:spPr bwMode="auto">
            <a:xfrm flipH="1">
              <a:off x="1536" y="2976"/>
              <a:ext cx="4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6" name="Line 22"/>
            <p:cNvSpPr>
              <a:spLocks noChangeShapeType="1"/>
            </p:cNvSpPr>
            <p:nvPr/>
          </p:nvSpPr>
          <p:spPr bwMode="auto">
            <a:xfrm>
              <a:off x="1488" y="2880"/>
              <a:ext cx="0" cy="19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97" name="Group 14"/>
          <p:cNvGrpSpPr>
            <a:grpSpLocks/>
          </p:cNvGrpSpPr>
          <p:nvPr/>
        </p:nvGrpSpPr>
        <p:grpSpPr bwMode="auto">
          <a:xfrm>
            <a:off x="4153475" y="1025968"/>
            <a:ext cx="381000" cy="584200"/>
            <a:chOff x="1344" y="2784"/>
            <a:chExt cx="240" cy="384"/>
          </a:xfrm>
        </p:grpSpPr>
        <p:sp>
          <p:nvSpPr>
            <p:cNvPr id="98" name="Line 15"/>
            <p:cNvSpPr>
              <a:spLocks noChangeShapeType="1"/>
            </p:cNvSpPr>
            <p:nvPr/>
          </p:nvSpPr>
          <p:spPr bwMode="auto">
            <a:xfrm flipH="1">
              <a:off x="1344" y="2784"/>
              <a:ext cx="0" cy="9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9" name="Line 16"/>
            <p:cNvSpPr>
              <a:spLocks noChangeShapeType="1"/>
            </p:cNvSpPr>
            <p:nvPr/>
          </p:nvSpPr>
          <p:spPr bwMode="auto">
            <a:xfrm>
              <a:off x="1344" y="2880"/>
              <a:ext cx="9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0" name="Line 17"/>
            <p:cNvSpPr>
              <a:spLocks noChangeShapeType="1"/>
            </p:cNvSpPr>
            <p:nvPr/>
          </p:nvSpPr>
          <p:spPr bwMode="auto">
            <a:xfrm flipH="1">
              <a:off x="1440" y="2880"/>
              <a:ext cx="0" cy="19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1" name="Line 18"/>
            <p:cNvSpPr>
              <a:spLocks noChangeShapeType="1"/>
            </p:cNvSpPr>
            <p:nvPr/>
          </p:nvSpPr>
          <p:spPr bwMode="auto">
            <a:xfrm flipH="1">
              <a:off x="1344" y="3072"/>
              <a:ext cx="9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" name="Line 19"/>
            <p:cNvSpPr>
              <a:spLocks noChangeShapeType="1"/>
            </p:cNvSpPr>
            <p:nvPr/>
          </p:nvSpPr>
          <p:spPr bwMode="auto">
            <a:xfrm flipH="1">
              <a:off x="1344" y="3072"/>
              <a:ext cx="0" cy="9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" name="Oval 20"/>
            <p:cNvSpPr>
              <a:spLocks noChangeArrowheads="1"/>
            </p:cNvSpPr>
            <p:nvPr/>
          </p:nvSpPr>
          <p:spPr bwMode="auto">
            <a:xfrm flipH="1">
              <a:off x="1492" y="2948"/>
              <a:ext cx="48" cy="48"/>
            </a:xfrm>
            <a:prstGeom prst="ellips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" name="Line 21"/>
            <p:cNvSpPr>
              <a:spLocks noChangeShapeType="1"/>
            </p:cNvSpPr>
            <p:nvPr/>
          </p:nvSpPr>
          <p:spPr bwMode="auto">
            <a:xfrm flipH="1">
              <a:off x="1536" y="2976"/>
              <a:ext cx="4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" name="Line 22"/>
            <p:cNvSpPr>
              <a:spLocks noChangeShapeType="1"/>
            </p:cNvSpPr>
            <p:nvPr/>
          </p:nvSpPr>
          <p:spPr bwMode="auto">
            <a:xfrm>
              <a:off x="1488" y="2880"/>
              <a:ext cx="0" cy="19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6" name="Line 51"/>
          <p:cNvSpPr>
            <a:spLocks noChangeShapeType="1"/>
          </p:cNvSpPr>
          <p:nvPr/>
        </p:nvSpPr>
        <p:spPr bwMode="auto">
          <a:xfrm>
            <a:off x="4541198" y="1309351"/>
            <a:ext cx="694" cy="772657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7" name="Line 51"/>
          <p:cNvSpPr>
            <a:spLocks noChangeShapeType="1"/>
          </p:cNvSpPr>
          <p:nvPr/>
        </p:nvSpPr>
        <p:spPr bwMode="auto">
          <a:xfrm>
            <a:off x="5040132" y="1309350"/>
            <a:ext cx="2344" cy="77265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7" name="Oval 88"/>
          <p:cNvSpPr>
            <a:spLocks noChangeArrowheads="1"/>
          </p:cNvSpPr>
          <p:nvPr/>
        </p:nvSpPr>
        <p:spPr bwMode="auto">
          <a:xfrm>
            <a:off x="4128271" y="1620766"/>
            <a:ext cx="55563" cy="52387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8" name="Line 51"/>
          <p:cNvSpPr>
            <a:spLocks noChangeShapeType="1"/>
          </p:cNvSpPr>
          <p:nvPr/>
        </p:nvSpPr>
        <p:spPr bwMode="auto">
          <a:xfrm flipH="1">
            <a:off x="4153058" y="1574407"/>
            <a:ext cx="0" cy="27426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9" name="Line 51"/>
          <p:cNvSpPr>
            <a:spLocks noChangeShapeType="1"/>
          </p:cNvSpPr>
          <p:nvPr/>
        </p:nvSpPr>
        <p:spPr bwMode="auto">
          <a:xfrm flipH="1">
            <a:off x="5410779" y="1537143"/>
            <a:ext cx="0" cy="27426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" name="Oval 88"/>
          <p:cNvSpPr>
            <a:spLocks noChangeArrowheads="1"/>
          </p:cNvSpPr>
          <p:nvPr/>
        </p:nvSpPr>
        <p:spPr bwMode="auto">
          <a:xfrm>
            <a:off x="5386627" y="1746972"/>
            <a:ext cx="55563" cy="52387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" name="Oval 88"/>
          <p:cNvSpPr>
            <a:spLocks noChangeArrowheads="1"/>
          </p:cNvSpPr>
          <p:nvPr/>
        </p:nvSpPr>
        <p:spPr bwMode="auto">
          <a:xfrm>
            <a:off x="4514111" y="1746971"/>
            <a:ext cx="55563" cy="52387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" name="Oval 88"/>
          <p:cNvSpPr>
            <a:spLocks noChangeArrowheads="1"/>
          </p:cNvSpPr>
          <p:nvPr/>
        </p:nvSpPr>
        <p:spPr bwMode="auto">
          <a:xfrm>
            <a:off x="5007439" y="1620766"/>
            <a:ext cx="55563" cy="52387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1" name="Line 52"/>
          <p:cNvSpPr>
            <a:spLocks noChangeShapeType="1"/>
          </p:cNvSpPr>
          <p:nvPr/>
        </p:nvSpPr>
        <p:spPr bwMode="auto">
          <a:xfrm>
            <a:off x="2296028" y="1011167"/>
            <a:ext cx="489029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" name="Line 52"/>
          <p:cNvSpPr>
            <a:spLocks noChangeShapeType="1"/>
          </p:cNvSpPr>
          <p:nvPr/>
        </p:nvSpPr>
        <p:spPr bwMode="auto">
          <a:xfrm>
            <a:off x="4724401" y="858766"/>
            <a:ext cx="1524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0" name="Line 51"/>
          <p:cNvSpPr>
            <a:spLocks noChangeShapeType="1"/>
          </p:cNvSpPr>
          <p:nvPr/>
        </p:nvSpPr>
        <p:spPr bwMode="auto">
          <a:xfrm flipH="1">
            <a:off x="4800600" y="858766"/>
            <a:ext cx="0" cy="152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1" name="Line 52"/>
          <p:cNvSpPr>
            <a:spLocks noChangeShapeType="1"/>
          </p:cNvSpPr>
          <p:nvPr/>
        </p:nvSpPr>
        <p:spPr bwMode="auto">
          <a:xfrm flipV="1">
            <a:off x="7202803" y="1782834"/>
            <a:ext cx="732151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2" name="Line 52"/>
          <p:cNvSpPr>
            <a:spLocks noChangeShapeType="1"/>
          </p:cNvSpPr>
          <p:nvPr/>
        </p:nvSpPr>
        <p:spPr bwMode="auto">
          <a:xfrm>
            <a:off x="1571226" y="1646959"/>
            <a:ext cx="762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260" name="Straight Connector 259"/>
          <p:cNvCxnSpPr/>
          <p:nvPr/>
        </p:nvCxnSpPr>
        <p:spPr>
          <a:xfrm>
            <a:off x="4152898" y="2214634"/>
            <a:ext cx="1" cy="633413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8" name="Line 52"/>
          <p:cNvSpPr>
            <a:spLocks noChangeShapeType="1"/>
          </p:cNvSpPr>
          <p:nvPr/>
        </p:nvSpPr>
        <p:spPr bwMode="auto">
          <a:xfrm flipV="1">
            <a:off x="2699622" y="1648474"/>
            <a:ext cx="2340510" cy="350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3" name="Line 52"/>
          <p:cNvSpPr>
            <a:spLocks noChangeShapeType="1"/>
          </p:cNvSpPr>
          <p:nvPr/>
        </p:nvSpPr>
        <p:spPr bwMode="auto">
          <a:xfrm>
            <a:off x="4534475" y="1770211"/>
            <a:ext cx="2266635" cy="12623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37" name="Group 25"/>
          <p:cNvGrpSpPr>
            <a:grpSpLocks/>
          </p:cNvGrpSpPr>
          <p:nvPr/>
        </p:nvGrpSpPr>
        <p:grpSpPr bwMode="auto">
          <a:xfrm>
            <a:off x="4381707" y="3870022"/>
            <a:ext cx="381000" cy="585787"/>
            <a:chOff x="1008" y="2784"/>
            <a:chExt cx="240" cy="384"/>
          </a:xfrm>
        </p:grpSpPr>
        <p:sp>
          <p:nvSpPr>
            <p:cNvPr id="438" name="Line 26"/>
            <p:cNvSpPr>
              <a:spLocks noChangeShapeType="1"/>
            </p:cNvSpPr>
            <p:nvPr/>
          </p:nvSpPr>
          <p:spPr bwMode="auto">
            <a:xfrm flipH="1">
              <a:off x="1008" y="2976"/>
              <a:ext cx="9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9" name="Line 27"/>
            <p:cNvSpPr>
              <a:spLocks noChangeShapeType="1"/>
            </p:cNvSpPr>
            <p:nvPr/>
          </p:nvSpPr>
          <p:spPr bwMode="auto">
            <a:xfrm flipH="1">
              <a:off x="1152" y="2880"/>
              <a:ext cx="9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0" name="Line 28"/>
            <p:cNvSpPr>
              <a:spLocks noChangeShapeType="1"/>
            </p:cNvSpPr>
            <p:nvPr/>
          </p:nvSpPr>
          <p:spPr bwMode="auto">
            <a:xfrm>
              <a:off x="1152" y="2880"/>
              <a:ext cx="0" cy="19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1" name="Line 29"/>
            <p:cNvSpPr>
              <a:spLocks noChangeShapeType="1"/>
            </p:cNvSpPr>
            <p:nvPr/>
          </p:nvSpPr>
          <p:spPr bwMode="auto">
            <a:xfrm>
              <a:off x="1152" y="3072"/>
              <a:ext cx="9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2" name="Line 30"/>
            <p:cNvSpPr>
              <a:spLocks noChangeShapeType="1"/>
            </p:cNvSpPr>
            <p:nvPr/>
          </p:nvSpPr>
          <p:spPr bwMode="auto">
            <a:xfrm>
              <a:off x="1248" y="3072"/>
              <a:ext cx="0" cy="9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3" name="Line 31"/>
            <p:cNvSpPr>
              <a:spLocks noChangeShapeType="1"/>
            </p:cNvSpPr>
            <p:nvPr/>
          </p:nvSpPr>
          <p:spPr bwMode="auto">
            <a:xfrm>
              <a:off x="1104" y="2880"/>
              <a:ext cx="0" cy="19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4" name="Line 32"/>
            <p:cNvSpPr>
              <a:spLocks noChangeShapeType="1"/>
            </p:cNvSpPr>
            <p:nvPr/>
          </p:nvSpPr>
          <p:spPr bwMode="auto">
            <a:xfrm>
              <a:off x="1248" y="2784"/>
              <a:ext cx="0" cy="9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45" name="Group 33"/>
          <p:cNvGrpSpPr>
            <a:grpSpLocks/>
          </p:cNvGrpSpPr>
          <p:nvPr/>
        </p:nvGrpSpPr>
        <p:grpSpPr bwMode="auto">
          <a:xfrm>
            <a:off x="4610307" y="4403422"/>
            <a:ext cx="304800" cy="292100"/>
            <a:chOff x="720" y="3504"/>
            <a:chExt cx="192" cy="192"/>
          </a:xfrm>
        </p:grpSpPr>
        <p:sp>
          <p:nvSpPr>
            <p:cNvPr id="446" name="Line 34"/>
            <p:cNvSpPr>
              <a:spLocks noChangeShapeType="1"/>
            </p:cNvSpPr>
            <p:nvPr/>
          </p:nvSpPr>
          <p:spPr bwMode="auto">
            <a:xfrm>
              <a:off x="816" y="3504"/>
              <a:ext cx="0" cy="9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7" name="Line 35"/>
            <p:cNvSpPr>
              <a:spLocks noChangeShapeType="1"/>
            </p:cNvSpPr>
            <p:nvPr/>
          </p:nvSpPr>
          <p:spPr bwMode="auto">
            <a:xfrm flipH="1">
              <a:off x="720" y="3600"/>
              <a:ext cx="9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8" name="Line 36"/>
            <p:cNvSpPr>
              <a:spLocks noChangeShapeType="1"/>
            </p:cNvSpPr>
            <p:nvPr/>
          </p:nvSpPr>
          <p:spPr bwMode="auto">
            <a:xfrm>
              <a:off x="720" y="3600"/>
              <a:ext cx="96" cy="9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9" name="Line 37"/>
            <p:cNvSpPr>
              <a:spLocks noChangeShapeType="1"/>
            </p:cNvSpPr>
            <p:nvPr/>
          </p:nvSpPr>
          <p:spPr bwMode="auto">
            <a:xfrm flipH="1">
              <a:off x="816" y="3600"/>
              <a:ext cx="9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0" name="Line 38"/>
            <p:cNvSpPr>
              <a:spLocks noChangeShapeType="1"/>
            </p:cNvSpPr>
            <p:nvPr/>
          </p:nvSpPr>
          <p:spPr bwMode="auto">
            <a:xfrm flipV="1">
              <a:off x="816" y="3600"/>
              <a:ext cx="96" cy="9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17" name="Group 14"/>
          <p:cNvGrpSpPr>
            <a:grpSpLocks/>
          </p:cNvGrpSpPr>
          <p:nvPr/>
        </p:nvGrpSpPr>
        <p:grpSpPr bwMode="auto">
          <a:xfrm rot="10800000">
            <a:off x="3429000" y="1025968"/>
            <a:ext cx="381000" cy="584200"/>
            <a:chOff x="1344" y="2784"/>
            <a:chExt cx="240" cy="384"/>
          </a:xfrm>
        </p:grpSpPr>
        <p:sp>
          <p:nvSpPr>
            <p:cNvPr id="218" name="Line 15"/>
            <p:cNvSpPr>
              <a:spLocks noChangeShapeType="1"/>
            </p:cNvSpPr>
            <p:nvPr/>
          </p:nvSpPr>
          <p:spPr bwMode="auto">
            <a:xfrm flipH="1">
              <a:off x="1344" y="2784"/>
              <a:ext cx="0" cy="9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9" name="Line 16"/>
            <p:cNvSpPr>
              <a:spLocks noChangeShapeType="1"/>
            </p:cNvSpPr>
            <p:nvPr/>
          </p:nvSpPr>
          <p:spPr bwMode="auto">
            <a:xfrm>
              <a:off x="1344" y="2880"/>
              <a:ext cx="9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0" name="Line 17"/>
            <p:cNvSpPr>
              <a:spLocks noChangeShapeType="1"/>
            </p:cNvSpPr>
            <p:nvPr/>
          </p:nvSpPr>
          <p:spPr bwMode="auto">
            <a:xfrm flipH="1">
              <a:off x="1440" y="2880"/>
              <a:ext cx="0" cy="19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1" name="Line 18"/>
            <p:cNvSpPr>
              <a:spLocks noChangeShapeType="1"/>
            </p:cNvSpPr>
            <p:nvPr/>
          </p:nvSpPr>
          <p:spPr bwMode="auto">
            <a:xfrm flipH="1">
              <a:off x="1344" y="3072"/>
              <a:ext cx="9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2" name="Line 19"/>
            <p:cNvSpPr>
              <a:spLocks noChangeShapeType="1"/>
            </p:cNvSpPr>
            <p:nvPr/>
          </p:nvSpPr>
          <p:spPr bwMode="auto">
            <a:xfrm flipH="1">
              <a:off x="1344" y="3072"/>
              <a:ext cx="0" cy="9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3" name="Oval 20"/>
            <p:cNvSpPr>
              <a:spLocks noChangeArrowheads="1"/>
            </p:cNvSpPr>
            <p:nvPr/>
          </p:nvSpPr>
          <p:spPr bwMode="auto">
            <a:xfrm flipH="1">
              <a:off x="1492" y="2948"/>
              <a:ext cx="48" cy="48"/>
            </a:xfrm>
            <a:prstGeom prst="ellips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4" name="Line 21"/>
            <p:cNvSpPr>
              <a:spLocks noChangeShapeType="1"/>
            </p:cNvSpPr>
            <p:nvPr/>
          </p:nvSpPr>
          <p:spPr bwMode="auto">
            <a:xfrm flipH="1">
              <a:off x="1536" y="2976"/>
              <a:ext cx="4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" name="Line 22"/>
            <p:cNvSpPr>
              <a:spLocks noChangeShapeType="1"/>
            </p:cNvSpPr>
            <p:nvPr/>
          </p:nvSpPr>
          <p:spPr bwMode="auto">
            <a:xfrm>
              <a:off x="1488" y="2880"/>
              <a:ext cx="0" cy="19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26" name="Group 14"/>
          <p:cNvGrpSpPr>
            <a:grpSpLocks/>
          </p:cNvGrpSpPr>
          <p:nvPr/>
        </p:nvGrpSpPr>
        <p:grpSpPr bwMode="auto">
          <a:xfrm>
            <a:off x="5715000" y="1029702"/>
            <a:ext cx="381000" cy="584200"/>
            <a:chOff x="1344" y="2784"/>
            <a:chExt cx="240" cy="384"/>
          </a:xfrm>
        </p:grpSpPr>
        <p:sp>
          <p:nvSpPr>
            <p:cNvPr id="229" name="Line 15"/>
            <p:cNvSpPr>
              <a:spLocks noChangeShapeType="1"/>
            </p:cNvSpPr>
            <p:nvPr/>
          </p:nvSpPr>
          <p:spPr bwMode="auto">
            <a:xfrm flipH="1">
              <a:off x="1344" y="2784"/>
              <a:ext cx="0" cy="9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2" name="Line 16"/>
            <p:cNvSpPr>
              <a:spLocks noChangeShapeType="1"/>
            </p:cNvSpPr>
            <p:nvPr/>
          </p:nvSpPr>
          <p:spPr bwMode="auto">
            <a:xfrm>
              <a:off x="1344" y="2880"/>
              <a:ext cx="9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3" name="Line 17"/>
            <p:cNvSpPr>
              <a:spLocks noChangeShapeType="1"/>
            </p:cNvSpPr>
            <p:nvPr/>
          </p:nvSpPr>
          <p:spPr bwMode="auto">
            <a:xfrm flipH="1">
              <a:off x="1440" y="2880"/>
              <a:ext cx="0" cy="19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4" name="Line 18"/>
            <p:cNvSpPr>
              <a:spLocks noChangeShapeType="1"/>
            </p:cNvSpPr>
            <p:nvPr/>
          </p:nvSpPr>
          <p:spPr bwMode="auto">
            <a:xfrm flipH="1">
              <a:off x="1344" y="3072"/>
              <a:ext cx="9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" name="Line 19"/>
            <p:cNvSpPr>
              <a:spLocks noChangeShapeType="1"/>
            </p:cNvSpPr>
            <p:nvPr/>
          </p:nvSpPr>
          <p:spPr bwMode="auto">
            <a:xfrm flipH="1">
              <a:off x="1344" y="3072"/>
              <a:ext cx="0" cy="9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" name="Oval 20"/>
            <p:cNvSpPr>
              <a:spLocks noChangeArrowheads="1"/>
            </p:cNvSpPr>
            <p:nvPr/>
          </p:nvSpPr>
          <p:spPr bwMode="auto">
            <a:xfrm flipH="1">
              <a:off x="1492" y="2948"/>
              <a:ext cx="48" cy="48"/>
            </a:xfrm>
            <a:prstGeom prst="ellips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7" name="Line 21"/>
            <p:cNvSpPr>
              <a:spLocks noChangeShapeType="1"/>
            </p:cNvSpPr>
            <p:nvPr/>
          </p:nvSpPr>
          <p:spPr bwMode="auto">
            <a:xfrm flipH="1">
              <a:off x="1536" y="2976"/>
              <a:ext cx="4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8" name="Line 22"/>
            <p:cNvSpPr>
              <a:spLocks noChangeShapeType="1"/>
            </p:cNvSpPr>
            <p:nvPr/>
          </p:nvSpPr>
          <p:spPr bwMode="auto">
            <a:xfrm>
              <a:off x="1488" y="2880"/>
              <a:ext cx="0" cy="19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39" name="Group 43"/>
          <p:cNvGrpSpPr>
            <a:grpSpLocks/>
          </p:cNvGrpSpPr>
          <p:nvPr/>
        </p:nvGrpSpPr>
        <p:grpSpPr bwMode="auto">
          <a:xfrm flipH="1">
            <a:off x="2310629" y="1790629"/>
            <a:ext cx="381000" cy="585787"/>
            <a:chOff x="1008" y="2784"/>
            <a:chExt cx="240" cy="384"/>
          </a:xfrm>
        </p:grpSpPr>
        <p:sp>
          <p:nvSpPr>
            <p:cNvPr id="240" name="Line 44"/>
            <p:cNvSpPr>
              <a:spLocks noChangeShapeType="1"/>
            </p:cNvSpPr>
            <p:nvPr/>
          </p:nvSpPr>
          <p:spPr bwMode="auto">
            <a:xfrm flipH="1">
              <a:off x="1008" y="2976"/>
              <a:ext cx="9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1" name="Line 45"/>
            <p:cNvSpPr>
              <a:spLocks noChangeShapeType="1"/>
            </p:cNvSpPr>
            <p:nvPr/>
          </p:nvSpPr>
          <p:spPr bwMode="auto">
            <a:xfrm flipH="1">
              <a:off x="1152" y="2880"/>
              <a:ext cx="9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2" name="Line 46"/>
            <p:cNvSpPr>
              <a:spLocks noChangeShapeType="1"/>
            </p:cNvSpPr>
            <p:nvPr/>
          </p:nvSpPr>
          <p:spPr bwMode="auto">
            <a:xfrm>
              <a:off x="1152" y="2880"/>
              <a:ext cx="0" cy="19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3" name="Line 47"/>
            <p:cNvSpPr>
              <a:spLocks noChangeShapeType="1"/>
            </p:cNvSpPr>
            <p:nvPr/>
          </p:nvSpPr>
          <p:spPr bwMode="auto">
            <a:xfrm>
              <a:off x="1152" y="3072"/>
              <a:ext cx="9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4" name="Line 48"/>
            <p:cNvSpPr>
              <a:spLocks noChangeShapeType="1"/>
            </p:cNvSpPr>
            <p:nvPr/>
          </p:nvSpPr>
          <p:spPr bwMode="auto">
            <a:xfrm>
              <a:off x="1248" y="3072"/>
              <a:ext cx="0" cy="9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" name="Line 49"/>
            <p:cNvSpPr>
              <a:spLocks noChangeShapeType="1"/>
            </p:cNvSpPr>
            <p:nvPr/>
          </p:nvSpPr>
          <p:spPr bwMode="auto">
            <a:xfrm>
              <a:off x="1104" y="2880"/>
              <a:ext cx="0" cy="19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" name="Line 50"/>
            <p:cNvSpPr>
              <a:spLocks noChangeShapeType="1"/>
            </p:cNvSpPr>
            <p:nvPr/>
          </p:nvSpPr>
          <p:spPr bwMode="auto">
            <a:xfrm>
              <a:off x="1248" y="2784"/>
              <a:ext cx="0" cy="9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47" name="Group 14"/>
          <p:cNvGrpSpPr>
            <a:grpSpLocks/>
          </p:cNvGrpSpPr>
          <p:nvPr/>
        </p:nvGrpSpPr>
        <p:grpSpPr bwMode="auto">
          <a:xfrm>
            <a:off x="2311204" y="1027483"/>
            <a:ext cx="381000" cy="584200"/>
            <a:chOff x="1344" y="2784"/>
            <a:chExt cx="240" cy="384"/>
          </a:xfrm>
        </p:grpSpPr>
        <p:sp>
          <p:nvSpPr>
            <p:cNvPr id="248" name="Line 15"/>
            <p:cNvSpPr>
              <a:spLocks noChangeShapeType="1"/>
            </p:cNvSpPr>
            <p:nvPr/>
          </p:nvSpPr>
          <p:spPr bwMode="auto">
            <a:xfrm flipH="1">
              <a:off x="1344" y="2784"/>
              <a:ext cx="0" cy="9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9" name="Line 16"/>
            <p:cNvSpPr>
              <a:spLocks noChangeShapeType="1"/>
            </p:cNvSpPr>
            <p:nvPr/>
          </p:nvSpPr>
          <p:spPr bwMode="auto">
            <a:xfrm>
              <a:off x="1344" y="2880"/>
              <a:ext cx="9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0" name="Line 17"/>
            <p:cNvSpPr>
              <a:spLocks noChangeShapeType="1"/>
            </p:cNvSpPr>
            <p:nvPr/>
          </p:nvSpPr>
          <p:spPr bwMode="auto">
            <a:xfrm flipH="1">
              <a:off x="1440" y="2880"/>
              <a:ext cx="0" cy="19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1" name="Line 18"/>
            <p:cNvSpPr>
              <a:spLocks noChangeShapeType="1"/>
            </p:cNvSpPr>
            <p:nvPr/>
          </p:nvSpPr>
          <p:spPr bwMode="auto">
            <a:xfrm flipH="1">
              <a:off x="1344" y="3072"/>
              <a:ext cx="9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2" name="Line 19"/>
            <p:cNvSpPr>
              <a:spLocks noChangeShapeType="1"/>
            </p:cNvSpPr>
            <p:nvPr/>
          </p:nvSpPr>
          <p:spPr bwMode="auto">
            <a:xfrm flipH="1">
              <a:off x="1344" y="3072"/>
              <a:ext cx="0" cy="9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3" name="Oval 20"/>
            <p:cNvSpPr>
              <a:spLocks noChangeArrowheads="1"/>
            </p:cNvSpPr>
            <p:nvPr/>
          </p:nvSpPr>
          <p:spPr bwMode="auto">
            <a:xfrm flipH="1">
              <a:off x="1492" y="2948"/>
              <a:ext cx="48" cy="48"/>
            </a:xfrm>
            <a:prstGeom prst="ellips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4" name="Line 21"/>
            <p:cNvSpPr>
              <a:spLocks noChangeShapeType="1"/>
            </p:cNvSpPr>
            <p:nvPr/>
          </p:nvSpPr>
          <p:spPr bwMode="auto">
            <a:xfrm flipH="1">
              <a:off x="1536" y="2976"/>
              <a:ext cx="4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5" name="Line 22"/>
            <p:cNvSpPr>
              <a:spLocks noChangeShapeType="1"/>
            </p:cNvSpPr>
            <p:nvPr/>
          </p:nvSpPr>
          <p:spPr bwMode="auto">
            <a:xfrm>
              <a:off x="1488" y="2880"/>
              <a:ext cx="0" cy="19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56" name="Line 51"/>
          <p:cNvSpPr>
            <a:spLocks noChangeShapeType="1"/>
          </p:cNvSpPr>
          <p:nvPr/>
        </p:nvSpPr>
        <p:spPr bwMode="auto">
          <a:xfrm>
            <a:off x="2698927" y="1310866"/>
            <a:ext cx="694" cy="772657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7" name="Oval 88"/>
          <p:cNvSpPr>
            <a:spLocks noChangeArrowheads="1"/>
          </p:cNvSpPr>
          <p:nvPr/>
        </p:nvSpPr>
        <p:spPr bwMode="auto">
          <a:xfrm>
            <a:off x="2286000" y="1622281"/>
            <a:ext cx="55563" cy="52387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8" name="Line 51"/>
          <p:cNvSpPr>
            <a:spLocks noChangeShapeType="1"/>
          </p:cNvSpPr>
          <p:nvPr/>
        </p:nvSpPr>
        <p:spPr bwMode="auto">
          <a:xfrm flipH="1">
            <a:off x="2310787" y="1575922"/>
            <a:ext cx="0" cy="27426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9" name="Oval 88"/>
          <p:cNvSpPr>
            <a:spLocks noChangeArrowheads="1"/>
          </p:cNvSpPr>
          <p:nvPr/>
        </p:nvSpPr>
        <p:spPr bwMode="auto">
          <a:xfrm>
            <a:off x="2671840" y="1625785"/>
            <a:ext cx="55563" cy="52387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270" name="Straight Connector 269"/>
          <p:cNvCxnSpPr/>
          <p:nvPr/>
        </p:nvCxnSpPr>
        <p:spPr>
          <a:xfrm>
            <a:off x="5406729" y="2222515"/>
            <a:ext cx="3064" cy="662744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1" name="Line 52"/>
          <p:cNvSpPr>
            <a:spLocks noChangeShapeType="1"/>
          </p:cNvSpPr>
          <p:nvPr/>
        </p:nvSpPr>
        <p:spPr bwMode="auto">
          <a:xfrm>
            <a:off x="4142245" y="3740371"/>
            <a:ext cx="3352355" cy="537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2" name="Line 51"/>
          <p:cNvSpPr>
            <a:spLocks noChangeShapeType="1"/>
          </p:cNvSpPr>
          <p:nvPr/>
        </p:nvSpPr>
        <p:spPr bwMode="auto">
          <a:xfrm flipH="1">
            <a:off x="4762500" y="3724271"/>
            <a:ext cx="0" cy="27426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73" name="Group 33"/>
          <p:cNvGrpSpPr>
            <a:grpSpLocks/>
          </p:cNvGrpSpPr>
          <p:nvPr/>
        </p:nvGrpSpPr>
        <p:grpSpPr bwMode="auto">
          <a:xfrm>
            <a:off x="2158229" y="2374900"/>
            <a:ext cx="304800" cy="292100"/>
            <a:chOff x="720" y="3504"/>
            <a:chExt cx="192" cy="192"/>
          </a:xfrm>
        </p:grpSpPr>
        <p:sp>
          <p:nvSpPr>
            <p:cNvPr id="274" name="Line 34"/>
            <p:cNvSpPr>
              <a:spLocks noChangeShapeType="1"/>
            </p:cNvSpPr>
            <p:nvPr/>
          </p:nvSpPr>
          <p:spPr bwMode="auto">
            <a:xfrm>
              <a:off x="816" y="3504"/>
              <a:ext cx="0" cy="9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5" name="Line 35"/>
            <p:cNvSpPr>
              <a:spLocks noChangeShapeType="1"/>
            </p:cNvSpPr>
            <p:nvPr/>
          </p:nvSpPr>
          <p:spPr bwMode="auto">
            <a:xfrm flipH="1">
              <a:off x="720" y="3600"/>
              <a:ext cx="9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" name="Line 36"/>
            <p:cNvSpPr>
              <a:spLocks noChangeShapeType="1"/>
            </p:cNvSpPr>
            <p:nvPr/>
          </p:nvSpPr>
          <p:spPr bwMode="auto">
            <a:xfrm>
              <a:off x="720" y="3600"/>
              <a:ext cx="96" cy="9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" name="Line 37"/>
            <p:cNvSpPr>
              <a:spLocks noChangeShapeType="1"/>
            </p:cNvSpPr>
            <p:nvPr/>
          </p:nvSpPr>
          <p:spPr bwMode="auto">
            <a:xfrm flipH="1">
              <a:off x="816" y="3600"/>
              <a:ext cx="9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5" name="Line 38"/>
            <p:cNvSpPr>
              <a:spLocks noChangeShapeType="1"/>
            </p:cNvSpPr>
            <p:nvPr/>
          </p:nvSpPr>
          <p:spPr bwMode="auto">
            <a:xfrm flipV="1">
              <a:off x="816" y="3600"/>
              <a:ext cx="96" cy="9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76" name="Line 51"/>
          <p:cNvSpPr>
            <a:spLocks noChangeShapeType="1"/>
          </p:cNvSpPr>
          <p:nvPr/>
        </p:nvSpPr>
        <p:spPr bwMode="auto">
          <a:xfrm flipH="1">
            <a:off x="3810000" y="1516361"/>
            <a:ext cx="0" cy="156792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77" name="Group 25"/>
          <p:cNvGrpSpPr>
            <a:grpSpLocks/>
          </p:cNvGrpSpPr>
          <p:nvPr/>
        </p:nvGrpSpPr>
        <p:grpSpPr bwMode="auto">
          <a:xfrm>
            <a:off x="6805319" y="1782834"/>
            <a:ext cx="376791" cy="607314"/>
            <a:chOff x="1008" y="2784"/>
            <a:chExt cx="240" cy="384"/>
          </a:xfrm>
        </p:grpSpPr>
        <p:sp>
          <p:nvSpPr>
            <p:cNvPr id="378" name="Line 26"/>
            <p:cNvSpPr>
              <a:spLocks noChangeShapeType="1"/>
            </p:cNvSpPr>
            <p:nvPr/>
          </p:nvSpPr>
          <p:spPr bwMode="auto">
            <a:xfrm flipH="1">
              <a:off x="1008" y="2976"/>
              <a:ext cx="9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" name="Line 27"/>
            <p:cNvSpPr>
              <a:spLocks noChangeShapeType="1"/>
            </p:cNvSpPr>
            <p:nvPr/>
          </p:nvSpPr>
          <p:spPr bwMode="auto">
            <a:xfrm flipH="1">
              <a:off x="1152" y="2880"/>
              <a:ext cx="9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0" name="Line 28"/>
            <p:cNvSpPr>
              <a:spLocks noChangeShapeType="1"/>
            </p:cNvSpPr>
            <p:nvPr/>
          </p:nvSpPr>
          <p:spPr bwMode="auto">
            <a:xfrm>
              <a:off x="1152" y="2880"/>
              <a:ext cx="0" cy="19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1" name="Line 29"/>
            <p:cNvSpPr>
              <a:spLocks noChangeShapeType="1"/>
            </p:cNvSpPr>
            <p:nvPr/>
          </p:nvSpPr>
          <p:spPr bwMode="auto">
            <a:xfrm>
              <a:off x="1152" y="3072"/>
              <a:ext cx="9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2" name="Line 30"/>
            <p:cNvSpPr>
              <a:spLocks noChangeShapeType="1"/>
            </p:cNvSpPr>
            <p:nvPr/>
          </p:nvSpPr>
          <p:spPr bwMode="auto">
            <a:xfrm>
              <a:off x="1248" y="3072"/>
              <a:ext cx="0" cy="9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3" name="Line 31"/>
            <p:cNvSpPr>
              <a:spLocks noChangeShapeType="1"/>
            </p:cNvSpPr>
            <p:nvPr/>
          </p:nvSpPr>
          <p:spPr bwMode="auto">
            <a:xfrm>
              <a:off x="1104" y="2880"/>
              <a:ext cx="0" cy="19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4" name="Line 32"/>
            <p:cNvSpPr>
              <a:spLocks noChangeShapeType="1"/>
            </p:cNvSpPr>
            <p:nvPr/>
          </p:nvSpPr>
          <p:spPr bwMode="auto">
            <a:xfrm>
              <a:off x="1248" y="2784"/>
              <a:ext cx="0" cy="9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93" name="Group 14"/>
          <p:cNvGrpSpPr>
            <a:grpSpLocks/>
          </p:cNvGrpSpPr>
          <p:nvPr/>
        </p:nvGrpSpPr>
        <p:grpSpPr bwMode="auto">
          <a:xfrm rot="10800000">
            <a:off x="6801110" y="1018548"/>
            <a:ext cx="381000" cy="584200"/>
            <a:chOff x="1344" y="2784"/>
            <a:chExt cx="240" cy="384"/>
          </a:xfrm>
        </p:grpSpPr>
        <p:sp>
          <p:nvSpPr>
            <p:cNvPr id="394" name="Line 15"/>
            <p:cNvSpPr>
              <a:spLocks noChangeShapeType="1"/>
            </p:cNvSpPr>
            <p:nvPr/>
          </p:nvSpPr>
          <p:spPr bwMode="auto">
            <a:xfrm flipH="1">
              <a:off x="1344" y="2784"/>
              <a:ext cx="0" cy="9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5" name="Line 16"/>
            <p:cNvSpPr>
              <a:spLocks noChangeShapeType="1"/>
            </p:cNvSpPr>
            <p:nvPr/>
          </p:nvSpPr>
          <p:spPr bwMode="auto">
            <a:xfrm>
              <a:off x="1344" y="2880"/>
              <a:ext cx="9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6" name="Line 17"/>
            <p:cNvSpPr>
              <a:spLocks noChangeShapeType="1"/>
            </p:cNvSpPr>
            <p:nvPr/>
          </p:nvSpPr>
          <p:spPr bwMode="auto">
            <a:xfrm flipH="1">
              <a:off x="1440" y="2880"/>
              <a:ext cx="0" cy="19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7" name="Line 18"/>
            <p:cNvSpPr>
              <a:spLocks noChangeShapeType="1"/>
            </p:cNvSpPr>
            <p:nvPr/>
          </p:nvSpPr>
          <p:spPr bwMode="auto">
            <a:xfrm flipH="1">
              <a:off x="1344" y="3072"/>
              <a:ext cx="9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8" name="Line 19"/>
            <p:cNvSpPr>
              <a:spLocks noChangeShapeType="1"/>
            </p:cNvSpPr>
            <p:nvPr/>
          </p:nvSpPr>
          <p:spPr bwMode="auto">
            <a:xfrm flipH="1">
              <a:off x="1344" y="3072"/>
              <a:ext cx="0" cy="9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" name="Oval 20"/>
            <p:cNvSpPr>
              <a:spLocks noChangeArrowheads="1"/>
            </p:cNvSpPr>
            <p:nvPr/>
          </p:nvSpPr>
          <p:spPr bwMode="auto">
            <a:xfrm flipH="1">
              <a:off x="1492" y="2948"/>
              <a:ext cx="48" cy="48"/>
            </a:xfrm>
            <a:prstGeom prst="ellips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" name="Line 21"/>
            <p:cNvSpPr>
              <a:spLocks noChangeShapeType="1"/>
            </p:cNvSpPr>
            <p:nvPr/>
          </p:nvSpPr>
          <p:spPr bwMode="auto">
            <a:xfrm flipH="1">
              <a:off x="1536" y="2976"/>
              <a:ext cx="4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" name="Line 22"/>
            <p:cNvSpPr>
              <a:spLocks noChangeShapeType="1"/>
            </p:cNvSpPr>
            <p:nvPr/>
          </p:nvSpPr>
          <p:spPr bwMode="auto">
            <a:xfrm>
              <a:off x="1488" y="2880"/>
              <a:ext cx="0" cy="19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12" name="Line 51"/>
          <p:cNvSpPr>
            <a:spLocks noChangeShapeType="1"/>
          </p:cNvSpPr>
          <p:nvPr/>
        </p:nvSpPr>
        <p:spPr bwMode="auto">
          <a:xfrm>
            <a:off x="6812042" y="1316732"/>
            <a:ext cx="2344" cy="77265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3" name="Line 51"/>
          <p:cNvSpPr>
            <a:spLocks noChangeShapeType="1"/>
          </p:cNvSpPr>
          <p:nvPr/>
        </p:nvSpPr>
        <p:spPr bwMode="auto">
          <a:xfrm flipH="1">
            <a:off x="7182689" y="1544525"/>
            <a:ext cx="0" cy="27426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4" name="Oval 88"/>
          <p:cNvSpPr>
            <a:spLocks noChangeArrowheads="1"/>
          </p:cNvSpPr>
          <p:nvPr/>
        </p:nvSpPr>
        <p:spPr bwMode="auto">
          <a:xfrm>
            <a:off x="7158537" y="1754354"/>
            <a:ext cx="55563" cy="52387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5" name="Oval 88"/>
          <p:cNvSpPr>
            <a:spLocks noChangeArrowheads="1"/>
          </p:cNvSpPr>
          <p:nvPr/>
        </p:nvSpPr>
        <p:spPr bwMode="auto">
          <a:xfrm>
            <a:off x="6779349" y="1763015"/>
            <a:ext cx="55563" cy="52387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6" name="Line 51"/>
          <p:cNvSpPr>
            <a:spLocks noChangeShapeType="1"/>
          </p:cNvSpPr>
          <p:nvPr/>
        </p:nvSpPr>
        <p:spPr bwMode="auto">
          <a:xfrm flipH="1">
            <a:off x="5715579" y="1522340"/>
            <a:ext cx="0" cy="27426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17" name="Group 33"/>
          <p:cNvGrpSpPr>
            <a:grpSpLocks/>
          </p:cNvGrpSpPr>
          <p:nvPr/>
        </p:nvGrpSpPr>
        <p:grpSpPr bwMode="auto">
          <a:xfrm>
            <a:off x="7031394" y="2314234"/>
            <a:ext cx="304800" cy="292100"/>
            <a:chOff x="720" y="3504"/>
            <a:chExt cx="192" cy="192"/>
          </a:xfrm>
        </p:grpSpPr>
        <p:sp>
          <p:nvSpPr>
            <p:cNvPr id="418" name="Line 34"/>
            <p:cNvSpPr>
              <a:spLocks noChangeShapeType="1"/>
            </p:cNvSpPr>
            <p:nvPr/>
          </p:nvSpPr>
          <p:spPr bwMode="auto">
            <a:xfrm>
              <a:off x="816" y="3504"/>
              <a:ext cx="0" cy="9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" name="Line 35"/>
            <p:cNvSpPr>
              <a:spLocks noChangeShapeType="1"/>
            </p:cNvSpPr>
            <p:nvPr/>
          </p:nvSpPr>
          <p:spPr bwMode="auto">
            <a:xfrm flipH="1">
              <a:off x="720" y="3600"/>
              <a:ext cx="9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1" name="Line 36"/>
            <p:cNvSpPr>
              <a:spLocks noChangeShapeType="1"/>
            </p:cNvSpPr>
            <p:nvPr/>
          </p:nvSpPr>
          <p:spPr bwMode="auto">
            <a:xfrm>
              <a:off x="720" y="3600"/>
              <a:ext cx="96" cy="9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3" name="Line 37"/>
            <p:cNvSpPr>
              <a:spLocks noChangeShapeType="1"/>
            </p:cNvSpPr>
            <p:nvPr/>
          </p:nvSpPr>
          <p:spPr bwMode="auto">
            <a:xfrm flipH="1">
              <a:off x="816" y="3600"/>
              <a:ext cx="9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4" name="Line 38"/>
            <p:cNvSpPr>
              <a:spLocks noChangeShapeType="1"/>
            </p:cNvSpPr>
            <p:nvPr/>
          </p:nvSpPr>
          <p:spPr bwMode="auto">
            <a:xfrm flipV="1">
              <a:off x="816" y="3600"/>
              <a:ext cx="96" cy="9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25" name="Group 25"/>
          <p:cNvGrpSpPr>
            <a:grpSpLocks/>
          </p:cNvGrpSpPr>
          <p:nvPr/>
        </p:nvGrpSpPr>
        <p:grpSpPr bwMode="auto">
          <a:xfrm rot="16200000">
            <a:off x="7523770" y="3647871"/>
            <a:ext cx="381000" cy="585787"/>
            <a:chOff x="1008" y="2784"/>
            <a:chExt cx="240" cy="384"/>
          </a:xfrm>
        </p:grpSpPr>
        <p:sp>
          <p:nvSpPr>
            <p:cNvPr id="426" name="Line 26"/>
            <p:cNvSpPr>
              <a:spLocks noChangeShapeType="1"/>
            </p:cNvSpPr>
            <p:nvPr/>
          </p:nvSpPr>
          <p:spPr bwMode="auto">
            <a:xfrm flipH="1">
              <a:off x="1008" y="2976"/>
              <a:ext cx="96" cy="0"/>
            </a:xfrm>
            <a:prstGeom prst="line">
              <a:avLst/>
            </a:prstGeom>
            <a:noFill/>
            <a:ln w="571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7" name="Line 27"/>
            <p:cNvSpPr>
              <a:spLocks noChangeShapeType="1"/>
            </p:cNvSpPr>
            <p:nvPr/>
          </p:nvSpPr>
          <p:spPr bwMode="auto">
            <a:xfrm flipH="1">
              <a:off x="1152" y="2880"/>
              <a:ext cx="96" cy="0"/>
            </a:xfrm>
            <a:prstGeom prst="line">
              <a:avLst/>
            </a:prstGeom>
            <a:noFill/>
            <a:ln w="571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8" name="Line 28"/>
            <p:cNvSpPr>
              <a:spLocks noChangeShapeType="1"/>
            </p:cNvSpPr>
            <p:nvPr/>
          </p:nvSpPr>
          <p:spPr bwMode="auto">
            <a:xfrm>
              <a:off x="1152" y="2880"/>
              <a:ext cx="0" cy="192"/>
            </a:xfrm>
            <a:prstGeom prst="line">
              <a:avLst/>
            </a:prstGeom>
            <a:noFill/>
            <a:ln w="571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9" name="Line 29"/>
            <p:cNvSpPr>
              <a:spLocks noChangeShapeType="1"/>
            </p:cNvSpPr>
            <p:nvPr/>
          </p:nvSpPr>
          <p:spPr bwMode="auto">
            <a:xfrm>
              <a:off x="1152" y="3072"/>
              <a:ext cx="96" cy="0"/>
            </a:xfrm>
            <a:prstGeom prst="line">
              <a:avLst/>
            </a:prstGeom>
            <a:noFill/>
            <a:ln w="571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" name="Line 30"/>
            <p:cNvSpPr>
              <a:spLocks noChangeShapeType="1"/>
            </p:cNvSpPr>
            <p:nvPr/>
          </p:nvSpPr>
          <p:spPr bwMode="auto">
            <a:xfrm>
              <a:off x="1248" y="3072"/>
              <a:ext cx="0" cy="96"/>
            </a:xfrm>
            <a:prstGeom prst="line">
              <a:avLst/>
            </a:prstGeom>
            <a:noFill/>
            <a:ln w="571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1" name="Line 31"/>
            <p:cNvSpPr>
              <a:spLocks noChangeShapeType="1"/>
            </p:cNvSpPr>
            <p:nvPr/>
          </p:nvSpPr>
          <p:spPr bwMode="auto">
            <a:xfrm>
              <a:off x="1104" y="2880"/>
              <a:ext cx="0" cy="192"/>
            </a:xfrm>
            <a:prstGeom prst="line">
              <a:avLst/>
            </a:prstGeom>
            <a:noFill/>
            <a:ln w="571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2" name="Line 32"/>
            <p:cNvSpPr>
              <a:spLocks noChangeShapeType="1"/>
            </p:cNvSpPr>
            <p:nvPr/>
          </p:nvSpPr>
          <p:spPr bwMode="auto">
            <a:xfrm>
              <a:off x="1248" y="2784"/>
              <a:ext cx="0" cy="96"/>
            </a:xfrm>
            <a:prstGeom prst="line">
              <a:avLst/>
            </a:prstGeom>
            <a:noFill/>
            <a:ln w="571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33" name="Line 51"/>
          <p:cNvSpPr>
            <a:spLocks noChangeShapeType="1"/>
          </p:cNvSpPr>
          <p:nvPr/>
        </p:nvSpPr>
        <p:spPr bwMode="auto">
          <a:xfrm flipH="1">
            <a:off x="8016128" y="867217"/>
            <a:ext cx="0" cy="3805892"/>
          </a:xfrm>
          <a:prstGeom prst="line">
            <a:avLst/>
          </a:prstGeom>
          <a:noFill/>
          <a:ln w="5715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2" name="Oval 88"/>
          <p:cNvSpPr>
            <a:spLocks noChangeArrowheads="1"/>
          </p:cNvSpPr>
          <p:nvPr/>
        </p:nvSpPr>
        <p:spPr bwMode="auto">
          <a:xfrm>
            <a:off x="7957580" y="3709709"/>
            <a:ext cx="87315" cy="89057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4" name="Line 52"/>
          <p:cNvSpPr>
            <a:spLocks noChangeShapeType="1"/>
          </p:cNvSpPr>
          <p:nvPr/>
        </p:nvSpPr>
        <p:spPr bwMode="auto">
          <a:xfrm>
            <a:off x="2704193" y="2616994"/>
            <a:ext cx="1438816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5" name="Line 52"/>
          <p:cNvSpPr>
            <a:spLocks noChangeShapeType="1"/>
          </p:cNvSpPr>
          <p:nvPr/>
        </p:nvSpPr>
        <p:spPr bwMode="auto">
          <a:xfrm>
            <a:off x="3332813" y="2765756"/>
            <a:ext cx="2105747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83" name="Group 25"/>
          <p:cNvGrpSpPr>
            <a:grpSpLocks/>
          </p:cNvGrpSpPr>
          <p:nvPr/>
        </p:nvGrpSpPr>
        <p:grpSpPr bwMode="auto">
          <a:xfrm>
            <a:off x="2318810" y="3362249"/>
            <a:ext cx="381000" cy="585787"/>
            <a:chOff x="1008" y="2784"/>
            <a:chExt cx="240" cy="384"/>
          </a:xfrm>
        </p:grpSpPr>
        <p:sp>
          <p:nvSpPr>
            <p:cNvPr id="484" name="Line 26"/>
            <p:cNvSpPr>
              <a:spLocks noChangeShapeType="1"/>
            </p:cNvSpPr>
            <p:nvPr/>
          </p:nvSpPr>
          <p:spPr bwMode="auto">
            <a:xfrm flipH="1">
              <a:off x="1008" y="2976"/>
              <a:ext cx="96" cy="0"/>
            </a:xfrm>
            <a:prstGeom prst="line">
              <a:avLst/>
            </a:prstGeom>
            <a:noFill/>
            <a:ln w="571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5" name="Line 27"/>
            <p:cNvSpPr>
              <a:spLocks noChangeShapeType="1"/>
            </p:cNvSpPr>
            <p:nvPr/>
          </p:nvSpPr>
          <p:spPr bwMode="auto">
            <a:xfrm flipH="1">
              <a:off x="1152" y="2880"/>
              <a:ext cx="96" cy="0"/>
            </a:xfrm>
            <a:prstGeom prst="line">
              <a:avLst/>
            </a:prstGeom>
            <a:noFill/>
            <a:ln w="571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6" name="Line 28"/>
            <p:cNvSpPr>
              <a:spLocks noChangeShapeType="1"/>
            </p:cNvSpPr>
            <p:nvPr/>
          </p:nvSpPr>
          <p:spPr bwMode="auto">
            <a:xfrm>
              <a:off x="1152" y="2880"/>
              <a:ext cx="0" cy="192"/>
            </a:xfrm>
            <a:prstGeom prst="line">
              <a:avLst/>
            </a:prstGeom>
            <a:noFill/>
            <a:ln w="571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7" name="Line 29"/>
            <p:cNvSpPr>
              <a:spLocks noChangeShapeType="1"/>
            </p:cNvSpPr>
            <p:nvPr/>
          </p:nvSpPr>
          <p:spPr bwMode="auto">
            <a:xfrm>
              <a:off x="1152" y="3072"/>
              <a:ext cx="96" cy="0"/>
            </a:xfrm>
            <a:prstGeom prst="line">
              <a:avLst/>
            </a:prstGeom>
            <a:noFill/>
            <a:ln w="571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8" name="Line 30"/>
            <p:cNvSpPr>
              <a:spLocks noChangeShapeType="1"/>
            </p:cNvSpPr>
            <p:nvPr/>
          </p:nvSpPr>
          <p:spPr bwMode="auto">
            <a:xfrm>
              <a:off x="1248" y="3072"/>
              <a:ext cx="0" cy="96"/>
            </a:xfrm>
            <a:prstGeom prst="line">
              <a:avLst/>
            </a:prstGeom>
            <a:noFill/>
            <a:ln w="571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9" name="Line 31"/>
            <p:cNvSpPr>
              <a:spLocks noChangeShapeType="1"/>
            </p:cNvSpPr>
            <p:nvPr/>
          </p:nvSpPr>
          <p:spPr bwMode="auto">
            <a:xfrm>
              <a:off x="1104" y="2880"/>
              <a:ext cx="0" cy="192"/>
            </a:xfrm>
            <a:prstGeom prst="line">
              <a:avLst/>
            </a:prstGeom>
            <a:noFill/>
            <a:ln w="571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0" name="Line 32"/>
            <p:cNvSpPr>
              <a:spLocks noChangeShapeType="1"/>
            </p:cNvSpPr>
            <p:nvPr/>
          </p:nvSpPr>
          <p:spPr bwMode="auto">
            <a:xfrm>
              <a:off x="1248" y="2784"/>
              <a:ext cx="0" cy="96"/>
            </a:xfrm>
            <a:prstGeom prst="line">
              <a:avLst/>
            </a:prstGeom>
            <a:noFill/>
            <a:ln w="571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91" name="Group 25"/>
          <p:cNvGrpSpPr>
            <a:grpSpLocks/>
          </p:cNvGrpSpPr>
          <p:nvPr/>
        </p:nvGrpSpPr>
        <p:grpSpPr bwMode="auto">
          <a:xfrm>
            <a:off x="2951813" y="3942560"/>
            <a:ext cx="381000" cy="585787"/>
            <a:chOff x="1008" y="2784"/>
            <a:chExt cx="240" cy="384"/>
          </a:xfrm>
        </p:grpSpPr>
        <p:sp>
          <p:nvSpPr>
            <p:cNvPr id="492" name="Line 26"/>
            <p:cNvSpPr>
              <a:spLocks noChangeShapeType="1"/>
            </p:cNvSpPr>
            <p:nvPr/>
          </p:nvSpPr>
          <p:spPr bwMode="auto">
            <a:xfrm flipH="1">
              <a:off x="1008" y="2976"/>
              <a:ext cx="96" cy="0"/>
            </a:xfrm>
            <a:prstGeom prst="line">
              <a:avLst/>
            </a:prstGeom>
            <a:noFill/>
            <a:ln w="571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3" name="Line 27"/>
            <p:cNvSpPr>
              <a:spLocks noChangeShapeType="1"/>
            </p:cNvSpPr>
            <p:nvPr/>
          </p:nvSpPr>
          <p:spPr bwMode="auto">
            <a:xfrm flipH="1">
              <a:off x="1152" y="2880"/>
              <a:ext cx="96" cy="0"/>
            </a:xfrm>
            <a:prstGeom prst="line">
              <a:avLst/>
            </a:prstGeom>
            <a:noFill/>
            <a:ln w="571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4" name="Line 28"/>
            <p:cNvSpPr>
              <a:spLocks noChangeShapeType="1"/>
            </p:cNvSpPr>
            <p:nvPr/>
          </p:nvSpPr>
          <p:spPr bwMode="auto">
            <a:xfrm>
              <a:off x="1152" y="2880"/>
              <a:ext cx="0" cy="192"/>
            </a:xfrm>
            <a:prstGeom prst="line">
              <a:avLst/>
            </a:prstGeom>
            <a:noFill/>
            <a:ln w="571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5" name="Line 29"/>
            <p:cNvSpPr>
              <a:spLocks noChangeShapeType="1"/>
            </p:cNvSpPr>
            <p:nvPr/>
          </p:nvSpPr>
          <p:spPr bwMode="auto">
            <a:xfrm>
              <a:off x="1152" y="3072"/>
              <a:ext cx="96" cy="0"/>
            </a:xfrm>
            <a:prstGeom prst="line">
              <a:avLst/>
            </a:prstGeom>
            <a:noFill/>
            <a:ln w="571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6" name="Line 30"/>
            <p:cNvSpPr>
              <a:spLocks noChangeShapeType="1"/>
            </p:cNvSpPr>
            <p:nvPr/>
          </p:nvSpPr>
          <p:spPr bwMode="auto">
            <a:xfrm>
              <a:off x="1248" y="3072"/>
              <a:ext cx="0" cy="96"/>
            </a:xfrm>
            <a:prstGeom prst="line">
              <a:avLst/>
            </a:prstGeom>
            <a:noFill/>
            <a:ln w="571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9" name="Line 31"/>
            <p:cNvSpPr>
              <a:spLocks noChangeShapeType="1"/>
            </p:cNvSpPr>
            <p:nvPr/>
          </p:nvSpPr>
          <p:spPr bwMode="auto">
            <a:xfrm>
              <a:off x="1104" y="2880"/>
              <a:ext cx="0" cy="192"/>
            </a:xfrm>
            <a:prstGeom prst="line">
              <a:avLst/>
            </a:prstGeom>
            <a:noFill/>
            <a:ln w="571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0" name="Line 32"/>
            <p:cNvSpPr>
              <a:spLocks noChangeShapeType="1"/>
            </p:cNvSpPr>
            <p:nvPr/>
          </p:nvSpPr>
          <p:spPr bwMode="auto">
            <a:xfrm>
              <a:off x="1248" y="2784"/>
              <a:ext cx="0" cy="96"/>
            </a:xfrm>
            <a:prstGeom prst="line">
              <a:avLst/>
            </a:prstGeom>
            <a:noFill/>
            <a:ln w="571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01" name="Line 51"/>
          <p:cNvSpPr>
            <a:spLocks noChangeShapeType="1"/>
          </p:cNvSpPr>
          <p:nvPr/>
        </p:nvSpPr>
        <p:spPr bwMode="auto">
          <a:xfrm flipH="1">
            <a:off x="2704193" y="2616993"/>
            <a:ext cx="0" cy="881467"/>
          </a:xfrm>
          <a:prstGeom prst="line">
            <a:avLst/>
          </a:prstGeom>
          <a:noFill/>
          <a:ln w="5715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2" name="Line 51"/>
          <p:cNvSpPr>
            <a:spLocks noChangeShapeType="1"/>
          </p:cNvSpPr>
          <p:nvPr/>
        </p:nvSpPr>
        <p:spPr bwMode="auto">
          <a:xfrm flipH="1">
            <a:off x="3332813" y="2765755"/>
            <a:ext cx="0" cy="1250028"/>
          </a:xfrm>
          <a:prstGeom prst="line">
            <a:avLst/>
          </a:prstGeom>
          <a:noFill/>
          <a:ln w="5715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6" name="Line 51"/>
          <p:cNvSpPr>
            <a:spLocks noChangeShapeType="1"/>
          </p:cNvSpPr>
          <p:nvPr/>
        </p:nvSpPr>
        <p:spPr bwMode="auto">
          <a:xfrm flipH="1">
            <a:off x="1437525" y="1106896"/>
            <a:ext cx="0" cy="3805892"/>
          </a:xfrm>
          <a:prstGeom prst="line">
            <a:avLst/>
          </a:prstGeom>
          <a:noFill/>
          <a:ln w="5715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8" name="Line 52"/>
          <p:cNvSpPr>
            <a:spLocks noChangeShapeType="1"/>
          </p:cNvSpPr>
          <p:nvPr/>
        </p:nvSpPr>
        <p:spPr bwMode="auto">
          <a:xfrm>
            <a:off x="1445581" y="4523882"/>
            <a:ext cx="1907220" cy="86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0" name="Line 52"/>
          <p:cNvSpPr>
            <a:spLocks noChangeShapeType="1"/>
          </p:cNvSpPr>
          <p:nvPr/>
        </p:nvSpPr>
        <p:spPr bwMode="auto">
          <a:xfrm>
            <a:off x="1437525" y="3965501"/>
            <a:ext cx="1281598" cy="1032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1" name="Line 52"/>
          <p:cNvSpPr>
            <a:spLocks noChangeShapeType="1"/>
          </p:cNvSpPr>
          <p:nvPr/>
        </p:nvSpPr>
        <p:spPr bwMode="auto">
          <a:xfrm flipV="1">
            <a:off x="2318810" y="4235454"/>
            <a:ext cx="709203" cy="2292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" name="Oval 88"/>
          <p:cNvSpPr>
            <a:spLocks noChangeArrowheads="1"/>
          </p:cNvSpPr>
          <p:nvPr/>
        </p:nvSpPr>
        <p:spPr bwMode="auto">
          <a:xfrm>
            <a:off x="1397717" y="3925464"/>
            <a:ext cx="87315" cy="89057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3" name="Oval 88"/>
          <p:cNvSpPr>
            <a:spLocks noChangeArrowheads="1"/>
          </p:cNvSpPr>
          <p:nvPr/>
        </p:nvSpPr>
        <p:spPr bwMode="auto">
          <a:xfrm>
            <a:off x="1401923" y="4482943"/>
            <a:ext cx="87315" cy="89057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4" name="Oval 88"/>
          <p:cNvSpPr>
            <a:spLocks noChangeArrowheads="1"/>
          </p:cNvSpPr>
          <p:nvPr/>
        </p:nvSpPr>
        <p:spPr bwMode="auto">
          <a:xfrm>
            <a:off x="4115228" y="2590800"/>
            <a:ext cx="55563" cy="52387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5" name="Oval 88"/>
          <p:cNvSpPr>
            <a:spLocks noChangeArrowheads="1"/>
          </p:cNvSpPr>
          <p:nvPr/>
        </p:nvSpPr>
        <p:spPr bwMode="auto">
          <a:xfrm>
            <a:off x="5382997" y="2739562"/>
            <a:ext cx="55563" cy="52387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61" name="Group 260"/>
          <p:cNvGrpSpPr/>
          <p:nvPr/>
        </p:nvGrpSpPr>
        <p:grpSpPr>
          <a:xfrm>
            <a:off x="3944838" y="2834154"/>
            <a:ext cx="395965" cy="913429"/>
            <a:chOff x="449635" y="2238320"/>
            <a:chExt cx="395965" cy="913429"/>
          </a:xfrm>
        </p:grpSpPr>
        <p:sp>
          <p:nvSpPr>
            <p:cNvPr id="262" name="Rectangle 261"/>
            <p:cNvSpPr/>
            <p:nvPr/>
          </p:nvSpPr>
          <p:spPr>
            <a:xfrm>
              <a:off x="449635" y="2374900"/>
              <a:ext cx="395965" cy="31355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3" name="Right Arrow 262"/>
            <p:cNvSpPr/>
            <p:nvPr/>
          </p:nvSpPr>
          <p:spPr>
            <a:xfrm rot="16200000">
              <a:off x="585199" y="2417338"/>
              <a:ext cx="141014" cy="152398"/>
            </a:xfrm>
            <a:prstGeom prst="rightArrow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4" name="Rectangle 263"/>
            <p:cNvSpPr/>
            <p:nvPr/>
          </p:nvSpPr>
          <p:spPr>
            <a:xfrm>
              <a:off x="450296" y="2688453"/>
              <a:ext cx="395304" cy="321389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5" name="Right Arrow 264"/>
            <p:cNvSpPr/>
            <p:nvPr/>
          </p:nvSpPr>
          <p:spPr>
            <a:xfrm rot="16200000">
              <a:off x="561348" y="2716156"/>
              <a:ext cx="175347" cy="273183"/>
            </a:xfrm>
            <a:prstGeom prst="rightArrow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6" name="Straight Connector 265"/>
            <p:cNvCxnSpPr/>
            <p:nvPr/>
          </p:nvCxnSpPr>
          <p:spPr>
            <a:xfrm flipH="1">
              <a:off x="649023" y="2238320"/>
              <a:ext cx="3340" cy="133845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/>
          </p:nvCxnSpPr>
          <p:spPr>
            <a:xfrm flipH="1">
              <a:off x="636356" y="3017904"/>
              <a:ext cx="3340" cy="133845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68" name="Rectangle 267"/>
            <p:cNvSpPr/>
            <p:nvPr/>
          </p:nvSpPr>
          <p:spPr>
            <a:xfrm>
              <a:off x="465812" y="2639656"/>
              <a:ext cx="379788" cy="61557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9" name="Group 268"/>
          <p:cNvGrpSpPr/>
          <p:nvPr/>
        </p:nvGrpSpPr>
        <p:grpSpPr>
          <a:xfrm>
            <a:off x="5208746" y="2840332"/>
            <a:ext cx="395965" cy="913429"/>
            <a:chOff x="373436" y="3673888"/>
            <a:chExt cx="395965" cy="913429"/>
          </a:xfrm>
        </p:grpSpPr>
        <p:sp>
          <p:nvSpPr>
            <p:cNvPr id="279" name="Rectangle 278"/>
            <p:cNvSpPr/>
            <p:nvPr/>
          </p:nvSpPr>
          <p:spPr>
            <a:xfrm>
              <a:off x="373436" y="3810468"/>
              <a:ext cx="395965" cy="31355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0" name="Right Arrow 279"/>
            <p:cNvSpPr/>
            <p:nvPr/>
          </p:nvSpPr>
          <p:spPr>
            <a:xfrm rot="5400000" flipV="1">
              <a:off x="509000" y="3852906"/>
              <a:ext cx="141014" cy="152398"/>
            </a:xfrm>
            <a:prstGeom prst="rightArrow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1" name="Rectangle 280"/>
            <p:cNvSpPr/>
            <p:nvPr/>
          </p:nvSpPr>
          <p:spPr>
            <a:xfrm>
              <a:off x="374097" y="4124021"/>
              <a:ext cx="395304" cy="321389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2" name="Right Arrow 281"/>
            <p:cNvSpPr/>
            <p:nvPr/>
          </p:nvSpPr>
          <p:spPr>
            <a:xfrm rot="16200000">
              <a:off x="485149" y="4151724"/>
              <a:ext cx="175347" cy="273183"/>
            </a:xfrm>
            <a:prstGeom prst="rightArrow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3" name="Straight Connector 282"/>
            <p:cNvCxnSpPr/>
            <p:nvPr/>
          </p:nvCxnSpPr>
          <p:spPr>
            <a:xfrm flipH="1">
              <a:off x="572824" y="3673888"/>
              <a:ext cx="3340" cy="133845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4" name="Straight Connector 283"/>
            <p:cNvCxnSpPr/>
            <p:nvPr/>
          </p:nvCxnSpPr>
          <p:spPr>
            <a:xfrm flipH="1">
              <a:off x="560157" y="4453472"/>
              <a:ext cx="3340" cy="133845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5" name="Rectangle 284"/>
            <p:cNvSpPr/>
            <p:nvPr/>
          </p:nvSpPr>
          <p:spPr>
            <a:xfrm>
              <a:off x="389613" y="4075224"/>
              <a:ext cx="379788" cy="61557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73997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/>
          <p:cNvGrpSpPr/>
          <p:nvPr/>
        </p:nvGrpSpPr>
        <p:grpSpPr>
          <a:xfrm>
            <a:off x="2849263" y="2659858"/>
            <a:ext cx="3216575" cy="1811023"/>
            <a:chOff x="2849263" y="2659858"/>
            <a:chExt cx="3216575" cy="1811023"/>
          </a:xfrm>
        </p:grpSpPr>
        <p:sp>
          <p:nvSpPr>
            <p:cNvPr id="3" name="Rectangle 2"/>
            <p:cNvSpPr>
              <a:spLocks noChangeArrowheads="1"/>
            </p:cNvSpPr>
            <p:nvPr/>
          </p:nvSpPr>
          <p:spPr bwMode="auto">
            <a:xfrm>
              <a:off x="2849263" y="2666688"/>
              <a:ext cx="265112" cy="1601787"/>
            </a:xfrm>
            <a:prstGeom prst="rect">
              <a:avLst/>
            </a:prstGeom>
            <a:noFill/>
            <a:ln w="57150">
              <a:solidFill>
                <a:srgbClr val="000000"/>
              </a:solidFill>
              <a:miter lim="800000"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6" name="Cloud 29"/>
            <p:cNvSpPr>
              <a:spLocks/>
            </p:cNvSpPr>
            <p:nvPr/>
          </p:nvSpPr>
          <p:spPr bwMode="auto">
            <a:xfrm>
              <a:off x="3114375" y="2879413"/>
              <a:ext cx="814388" cy="401637"/>
            </a:xfrm>
            <a:custGeom>
              <a:avLst/>
              <a:gdLst>
                <a:gd name="T0" fmla="*/ 126155 w 43200"/>
                <a:gd name="T1" fmla="*/ 313219 h 43200"/>
                <a:gd name="T2" fmla="*/ 58064 w 43200"/>
                <a:gd name="T3" fmla="*/ 303683 h 43200"/>
                <a:gd name="T4" fmla="*/ 186236 w 43200"/>
                <a:gd name="T5" fmla="*/ 417582 h 43200"/>
                <a:gd name="T6" fmla="*/ 156451 w 43200"/>
                <a:gd name="T7" fmla="*/ 422141 h 43200"/>
                <a:gd name="T8" fmla="*/ 442955 w 43200"/>
                <a:gd name="T9" fmla="*/ 467729 h 43200"/>
                <a:gd name="T10" fmla="*/ 424998 w 43200"/>
                <a:gd name="T11" fmla="*/ 446909 h 43200"/>
                <a:gd name="T12" fmla="*/ 774916 w 43200"/>
                <a:gd name="T13" fmla="*/ 415811 h 43200"/>
                <a:gd name="T14" fmla="*/ 767739 w 43200"/>
                <a:gd name="T15" fmla="*/ 438653 h 43200"/>
                <a:gd name="T16" fmla="*/ 917443 w 43200"/>
                <a:gd name="T17" fmla="*/ 274655 h 43200"/>
                <a:gd name="T18" fmla="*/ 1004835 w 43200"/>
                <a:gd name="T19" fmla="*/ 360040 h 43200"/>
                <a:gd name="T20" fmla="*/ 1123598 w 43200"/>
                <a:gd name="T21" fmla="*/ 183717 h 43200"/>
                <a:gd name="T22" fmla="*/ 1084673 w 43200"/>
                <a:gd name="T23" fmla="*/ 215737 h 43200"/>
                <a:gd name="T24" fmla="*/ 1030211 w 43200"/>
                <a:gd name="T25" fmla="*/ 64924 h 43200"/>
                <a:gd name="T26" fmla="*/ 1032254 w 43200"/>
                <a:gd name="T27" fmla="*/ 80049 h 43200"/>
                <a:gd name="T28" fmla="*/ 781664 w 43200"/>
                <a:gd name="T29" fmla="*/ 47287 h 43200"/>
                <a:gd name="T30" fmla="*/ 801610 w 43200"/>
                <a:gd name="T31" fmla="*/ 27999 h 43200"/>
                <a:gd name="T32" fmla="*/ 595186 w 43200"/>
                <a:gd name="T33" fmla="*/ 56477 h 43200"/>
                <a:gd name="T34" fmla="*/ 604836 w 43200"/>
                <a:gd name="T35" fmla="*/ 39845 h 43200"/>
                <a:gd name="T36" fmla="*/ 376343 w 43200"/>
                <a:gd name="T37" fmla="*/ 62125 h 43200"/>
                <a:gd name="T38" fmla="*/ 411289 w 43200"/>
                <a:gd name="T39" fmla="*/ 78254 h 43200"/>
                <a:gd name="T40" fmla="*/ 110940 w 43200"/>
                <a:gd name="T41" fmla="*/ 188922 h 43200"/>
                <a:gd name="T42" fmla="*/ 104838 w 43200"/>
                <a:gd name="T43" fmla="*/ 171943 h 4320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43200" h="43200">
                  <a:moveTo>
                    <a:pt x="3900" y="14370"/>
                  </a:moveTo>
                  <a:cubicBezTo>
                    <a:pt x="3629" y="11657"/>
                    <a:pt x="4261" y="8921"/>
                    <a:pt x="5623" y="6907"/>
                  </a:cubicBezTo>
                  <a:cubicBezTo>
                    <a:pt x="7775" y="3726"/>
                    <a:pt x="11264" y="3017"/>
                    <a:pt x="14005" y="5202"/>
                  </a:cubicBezTo>
                  <a:cubicBezTo>
                    <a:pt x="15678" y="909"/>
                    <a:pt x="19914" y="22"/>
                    <a:pt x="22456" y="3432"/>
                  </a:cubicBezTo>
                  <a:cubicBezTo>
                    <a:pt x="23097" y="1683"/>
                    <a:pt x="24328" y="474"/>
                    <a:pt x="25749" y="200"/>
                  </a:cubicBezTo>
                  <a:cubicBezTo>
                    <a:pt x="27313" y="-102"/>
                    <a:pt x="28875" y="770"/>
                    <a:pt x="29833" y="2481"/>
                  </a:cubicBezTo>
                  <a:cubicBezTo>
                    <a:pt x="31215" y="267"/>
                    <a:pt x="33501" y="-460"/>
                    <a:pt x="35463" y="690"/>
                  </a:cubicBezTo>
                  <a:cubicBezTo>
                    <a:pt x="36958" y="1566"/>
                    <a:pt x="38030" y="3400"/>
                    <a:pt x="38318" y="5576"/>
                  </a:cubicBezTo>
                  <a:cubicBezTo>
                    <a:pt x="40046" y="6218"/>
                    <a:pt x="41422" y="7998"/>
                    <a:pt x="41982" y="10318"/>
                  </a:cubicBezTo>
                  <a:cubicBezTo>
                    <a:pt x="42389" y="12002"/>
                    <a:pt x="42331" y="13831"/>
                    <a:pt x="41818" y="15460"/>
                  </a:cubicBezTo>
                  <a:cubicBezTo>
                    <a:pt x="43079" y="17694"/>
                    <a:pt x="43520" y="20590"/>
                    <a:pt x="43016" y="23322"/>
                  </a:cubicBezTo>
                  <a:cubicBezTo>
                    <a:pt x="42346" y="26954"/>
                    <a:pt x="40128" y="29674"/>
                    <a:pt x="37404" y="30204"/>
                  </a:cubicBezTo>
                  <a:cubicBezTo>
                    <a:pt x="37391" y="32471"/>
                    <a:pt x="36658" y="34621"/>
                    <a:pt x="35395" y="36101"/>
                  </a:cubicBezTo>
                  <a:cubicBezTo>
                    <a:pt x="33476" y="38350"/>
                    <a:pt x="30704" y="38639"/>
                    <a:pt x="28555" y="36815"/>
                  </a:cubicBezTo>
                  <a:cubicBezTo>
                    <a:pt x="27860" y="39948"/>
                    <a:pt x="25999" y="42343"/>
                    <a:pt x="23667" y="43106"/>
                  </a:cubicBezTo>
                  <a:cubicBezTo>
                    <a:pt x="20919" y="44005"/>
                    <a:pt x="18051" y="42473"/>
                    <a:pt x="16480" y="39266"/>
                  </a:cubicBezTo>
                  <a:cubicBezTo>
                    <a:pt x="12772" y="42310"/>
                    <a:pt x="7956" y="40599"/>
                    <a:pt x="5804" y="35472"/>
                  </a:cubicBezTo>
                  <a:cubicBezTo>
                    <a:pt x="3690" y="35809"/>
                    <a:pt x="1705" y="34024"/>
                    <a:pt x="1110" y="31250"/>
                  </a:cubicBezTo>
                  <a:cubicBezTo>
                    <a:pt x="679" y="29243"/>
                    <a:pt x="1060" y="27077"/>
                    <a:pt x="2113" y="25551"/>
                  </a:cubicBezTo>
                  <a:cubicBezTo>
                    <a:pt x="619" y="24354"/>
                    <a:pt x="-213" y="22057"/>
                    <a:pt x="-5" y="19704"/>
                  </a:cubicBezTo>
                  <a:cubicBezTo>
                    <a:pt x="239" y="16949"/>
                    <a:pt x="1845" y="14791"/>
                    <a:pt x="3863" y="14507"/>
                  </a:cubicBezTo>
                  <a:cubicBezTo>
                    <a:pt x="3875" y="14461"/>
                    <a:pt x="3888" y="14416"/>
                    <a:pt x="3900" y="14370"/>
                  </a:cubicBezTo>
                  <a:close/>
                </a:path>
                <a:path w="43200" h="43200" fill="none">
                  <a:moveTo>
                    <a:pt x="4693" y="26177"/>
                  </a:moveTo>
                  <a:cubicBezTo>
                    <a:pt x="3809" y="26271"/>
                    <a:pt x="2925" y="25993"/>
                    <a:pt x="2160" y="25380"/>
                  </a:cubicBezTo>
                  <a:moveTo>
                    <a:pt x="6928" y="34899"/>
                  </a:moveTo>
                  <a:cubicBezTo>
                    <a:pt x="6573" y="35092"/>
                    <a:pt x="6200" y="35220"/>
                    <a:pt x="5820" y="35280"/>
                  </a:cubicBezTo>
                  <a:moveTo>
                    <a:pt x="16478" y="39090"/>
                  </a:moveTo>
                  <a:cubicBezTo>
                    <a:pt x="16211" y="38544"/>
                    <a:pt x="15987" y="37961"/>
                    <a:pt x="15810" y="37350"/>
                  </a:cubicBezTo>
                  <a:moveTo>
                    <a:pt x="28827" y="34751"/>
                  </a:moveTo>
                  <a:cubicBezTo>
                    <a:pt x="28788" y="35398"/>
                    <a:pt x="28698" y="36038"/>
                    <a:pt x="28560" y="36660"/>
                  </a:cubicBezTo>
                  <a:moveTo>
                    <a:pt x="34129" y="22954"/>
                  </a:moveTo>
                  <a:cubicBezTo>
                    <a:pt x="36133" y="24282"/>
                    <a:pt x="37398" y="27058"/>
                    <a:pt x="37380" y="30090"/>
                  </a:cubicBezTo>
                  <a:moveTo>
                    <a:pt x="41798" y="15354"/>
                  </a:moveTo>
                  <a:cubicBezTo>
                    <a:pt x="41473" y="16386"/>
                    <a:pt x="40978" y="17302"/>
                    <a:pt x="40350" y="18030"/>
                  </a:cubicBezTo>
                  <a:moveTo>
                    <a:pt x="38324" y="5426"/>
                  </a:moveTo>
                  <a:cubicBezTo>
                    <a:pt x="38379" y="5843"/>
                    <a:pt x="38405" y="6266"/>
                    <a:pt x="38400" y="6690"/>
                  </a:cubicBezTo>
                  <a:moveTo>
                    <a:pt x="29078" y="3952"/>
                  </a:moveTo>
                  <a:cubicBezTo>
                    <a:pt x="29267" y="3369"/>
                    <a:pt x="29516" y="2826"/>
                    <a:pt x="29820" y="2340"/>
                  </a:cubicBezTo>
                  <a:moveTo>
                    <a:pt x="22141" y="4720"/>
                  </a:moveTo>
                  <a:cubicBezTo>
                    <a:pt x="22218" y="4238"/>
                    <a:pt x="22339" y="3771"/>
                    <a:pt x="22500" y="3330"/>
                  </a:cubicBezTo>
                  <a:moveTo>
                    <a:pt x="14000" y="5192"/>
                  </a:moveTo>
                  <a:cubicBezTo>
                    <a:pt x="14472" y="5568"/>
                    <a:pt x="14908" y="6021"/>
                    <a:pt x="15300" y="6540"/>
                  </a:cubicBezTo>
                  <a:moveTo>
                    <a:pt x="4127" y="15789"/>
                  </a:moveTo>
                  <a:cubicBezTo>
                    <a:pt x="4024" y="15325"/>
                    <a:pt x="3948" y="14851"/>
                    <a:pt x="3900" y="14370"/>
                  </a:cubicBezTo>
                </a:path>
              </a:pathLst>
            </a:custGeom>
            <a:solidFill>
              <a:schemeClr val="bg1"/>
            </a:solidFill>
            <a:ln w="571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</p:spPr>
          <p:txBody>
            <a:bodyPr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" name="Cloud 30"/>
            <p:cNvSpPr>
              <a:spLocks/>
            </p:cNvSpPr>
            <p:nvPr/>
          </p:nvSpPr>
          <p:spPr bwMode="auto">
            <a:xfrm>
              <a:off x="3114375" y="3731900"/>
              <a:ext cx="814388" cy="401638"/>
            </a:xfrm>
            <a:custGeom>
              <a:avLst/>
              <a:gdLst>
                <a:gd name="T0" fmla="*/ 126155 w 43200"/>
                <a:gd name="T1" fmla="*/ 313220 h 43200"/>
                <a:gd name="T2" fmla="*/ 58064 w 43200"/>
                <a:gd name="T3" fmla="*/ 303683 h 43200"/>
                <a:gd name="T4" fmla="*/ 186236 w 43200"/>
                <a:gd name="T5" fmla="*/ 417583 h 43200"/>
                <a:gd name="T6" fmla="*/ 156451 w 43200"/>
                <a:gd name="T7" fmla="*/ 422142 h 43200"/>
                <a:gd name="T8" fmla="*/ 442955 w 43200"/>
                <a:gd name="T9" fmla="*/ 467730 h 43200"/>
                <a:gd name="T10" fmla="*/ 424998 w 43200"/>
                <a:gd name="T11" fmla="*/ 446910 h 43200"/>
                <a:gd name="T12" fmla="*/ 774916 w 43200"/>
                <a:gd name="T13" fmla="*/ 415812 h 43200"/>
                <a:gd name="T14" fmla="*/ 767739 w 43200"/>
                <a:gd name="T15" fmla="*/ 438654 h 43200"/>
                <a:gd name="T16" fmla="*/ 917443 w 43200"/>
                <a:gd name="T17" fmla="*/ 274655 h 43200"/>
                <a:gd name="T18" fmla="*/ 1004835 w 43200"/>
                <a:gd name="T19" fmla="*/ 360041 h 43200"/>
                <a:gd name="T20" fmla="*/ 1123598 w 43200"/>
                <a:gd name="T21" fmla="*/ 183718 h 43200"/>
                <a:gd name="T22" fmla="*/ 1084673 w 43200"/>
                <a:gd name="T23" fmla="*/ 215737 h 43200"/>
                <a:gd name="T24" fmla="*/ 1030211 w 43200"/>
                <a:gd name="T25" fmla="*/ 64925 h 43200"/>
                <a:gd name="T26" fmla="*/ 1032254 w 43200"/>
                <a:gd name="T27" fmla="*/ 80049 h 43200"/>
                <a:gd name="T28" fmla="*/ 781664 w 43200"/>
                <a:gd name="T29" fmla="*/ 47288 h 43200"/>
                <a:gd name="T30" fmla="*/ 801610 w 43200"/>
                <a:gd name="T31" fmla="*/ 27999 h 43200"/>
                <a:gd name="T32" fmla="*/ 595186 w 43200"/>
                <a:gd name="T33" fmla="*/ 56477 h 43200"/>
                <a:gd name="T34" fmla="*/ 604836 w 43200"/>
                <a:gd name="T35" fmla="*/ 39845 h 43200"/>
                <a:gd name="T36" fmla="*/ 376343 w 43200"/>
                <a:gd name="T37" fmla="*/ 62125 h 43200"/>
                <a:gd name="T38" fmla="*/ 411289 w 43200"/>
                <a:gd name="T39" fmla="*/ 78254 h 43200"/>
                <a:gd name="T40" fmla="*/ 110940 w 43200"/>
                <a:gd name="T41" fmla="*/ 188923 h 43200"/>
                <a:gd name="T42" fmla="*/ 104838 w 43200"/>
                <a:gd name="T43" fmla="*/ 171944 h 4320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43200" h="43200">
                  <a:moveTo>
                    <a:pt x="3900" y="14370"/>
                  </a:moveTo>
                  <a:cubicBezTo>
                    <a:pt x="3629" y="11657"/>
                    <a:pt x="4261" y="8921"/>
                    <a:pt x="5623" y="6907"/>
                  </a:cubicBezTo>
                  <a:cubicBezTo>
                    <a:pt x="7775" y="3726"/>
                    <a:pt x="11264" y="3017"/>
                    <a:pt x="14005" y="5202"/>
                  </a:cubicBezTo>
                  <a:cubicBezTo>
                    <a:pt x="15678" y="909"/>
                    <a:pt x="19914" y="22"/>
                    <a:pt x="22456" y="3432"/>
                  </a:cubicBezTo>
                  <a:cubicBezTo>
                    <a:pt x="23097" y="1683"/>
                    <a:pt x="24328" y="474"/>
                    <a:pt x="25749" y="200"/>
                  </a:cubicBezTo>
                  <a:cubicBezTo>
                    <a:pt x="27313" y="-102"/>
                    <a:pt x="28875" y="770"/>
                    <a:pt x="29833" y="2481"/>
                  </a:cubicBezTo>
                  <a:cubicBezTo>
                    <a:pt x="31215" y="267"/>
                    <a:pt x="33501" y="-460"/>
                    <a:pt x="35463" y="690"/>
                  </a:cubicBezTo>
                  <a:cubicBezTo>
                    <a:pt x="36958" y="1566"/>
                    <a:pt x="38030" y="3400"/>
                    <a:pt x="38318" y="5576"/>
                  </a:cubicBezTo>
                  <a:cubicBezTo>
                    <a:pt x="40046" y="6218"/>
                    <a:pt x="41422" y="7998"/>
                    <a:pt x="41982" y="10318"/>
                  </a:cubicBezTo>
                  <a:cubicBezTo>
                    <a:pt x="42389" y="12002"/>
                    <a:pt x="42331" y="13831"/>
                    <a:pt x="41818" y="15460"/>
                  </a:cubicBezTo>
                  <a:cubicBezTo>
                    <a:pt x="43079" y="17694"/>
                    <a:pt x="43520" y="20590"/>
                    <a:pt x="43016" y="23322"/>
                  </a:cubicBezTo>
                  <a:cubicBezTo>
                    <a:pt x="42346" y="26954"/>
                    <a:pt x="40128" y="29674"/>
                    <a:pt x="37404" y="30204"/>
                  </a:cubicBezTo>
                  <a:cubicBezTo>
                    <a:pt x="37391" y="32471"/>
                    <a:pt x="36658" y="34621"/>
                    <a:pt x="35395" y="36101"/>
                  </a:cubicBezTo>
                  <a:cubicBezTo>
                    <a:pt x="33476" y="38350"/>
                    <a:pt x="30704" y="38639"/>
                    <a:pt x="28555" y="36815"/>
                  </a:cubicBezTo>
                  <a:cubicBezTo>
                    <a:pt x="27860" y="39948"/>
                    <a:pt x="25999" y="42343"/>
                    <a:pt x="23667" y="43106"/>
                  </a:cubicBezTo>
                  <a:cubicBezTo>
                    <a:pt x="20919" y="44005"/>
                    <a:pt x="18051" y="42473"/>
                    <a:pt x="16480" y="39266"/>
                  </a:cubicBezTo>
                  <a:cubicBezTo>
                    <a:pt x="12772" y="42310"/>
                    <a:pt x="7956" y="40599"/>
                    <a:pt x="5804" y="35472"/>
                  </a:cubicBezTo>
                  <a:cubicBezTo>
                    <a:pt x="3690" y="35809"/>
                    <a:pt x="1705" y="34024"/>
                    <a:pt x="1110" y="31250"/>
                  </a:cubicBezTo>
                  <a:cubicBezTo>
                    <a:pt x="679" y="29243"/>
                    <a:pt x="1060" y="27077"/>
                    <a:pt x="2113" y="25551"/>
                  </a:cubicBezTo>
                  <a:cubicBezTo>
                    <a:pt x="619" y="24354"/>
                    <a:pt x="-213" y="22057"/>
                    <a:pt x="-5" y="19704"/>
                  </a:cubicBezTo>
                  <a:cubicBezTo>
                    <a:pt x="239" y="16949"/>
                    <a:pt x="1845" y="14791"/>
                    <a:pt x="3863" y="14507"/>
                  </a:cubicBezTo>
                  <a:cubicBezTo>
                    <a:pt x="3875" y="14461"/>
                    <a:pt x="3888" y="14416"/>
                    <a:pt x="3900" y="14370"/>
                  </a:cubicBezTo>
                  <a:close/>
                </a:path>
                <a:path w="43200" h="43200" fill="none">
                  <a:moveTo>
                    <a:pt x="4693" y="26177"/>
                  </a:moveTo>
                  <a:cubicBezTo>
                    <a:pt x="3809" y="26271"/>
                    <a:pt x="2925" y="25993"/>
                    <a:pt x="2160" y="25380"/>
                  </a:cubicBezTo>
                  <a:moveTo>
                    <a:pt x="6928" y="34899"/>
                  </a:moveTo>
                  <a:cubicBezTo>
                    <a:pt x="6573" y="35092"/>
                    <a:pt x="6200" y="35220"/>
                    <a:pt x="5820" y="35280"/>
                  </a:cubicBezTo>
                  <a:moveTo>
                    <a:pt x="16478" y="39090"/>
                  </a:moveTo>
                  <a:cubicBezTo>
                    <a:pt x="16211" y="38544"/>
                    <a:pt x="15987" y="37961"/>
                    <a:pt x="15810" y="37350"/>
                  </a:cubicBezTo>
                  <a:moveTo>
                    <a:pt x="28827" y="34751"/>
                  </a:moveTo>
                  <a:cubicBezTo>
                    <a:pt x="28788" y="35398"/>
                    <a:pt x="28698" y="36038"/>
                    <a:pt x="28560" y="36660"/>
                  </a:cubicBezTo>
                  <a:moveTo>
                    <a:pt x="34129" y="22954"/>
                  </a:moveTo>
                  <a:cubicBezTo>
                    <a:pt x="36133" y="24282"/>
                    <a:pt x="37398" y="27058"/>
                    <a:pt x="37380" y="30090"/>
                  </a:cubicBezTo>
                  <a:moveTo>
                    <a:pt x="41798" y="15354"/>
                  </a:moveTo>
                  <a:cubicBezTo>
                    <a:pt x="41473" y="16386"/>
                    <a:pt x="40978" y="17302"/>
                    <a:pt x="40350" y="18030"/>
                  </a:cubicBezTo>
                  <a:moveTo>
                    <a:pt x="38324" y="5426"/>
                  </a:moveTo>
                  <a:cubicBezTo>
                    <a:pt x="38379" y="5843"/>
                    <a:pt x="38405" y="6266"/>
                    <a:pt x="38400" y="6690"/>
                  </a:cubicBezTo>
                  <a:moveTo>
                    <a:pt x="29078" y="3952"/>
                  </a:moveTo>
                  <a:cubicBezTo>
                    <a:pt x="29267" y="3369"/>
                    <a:pt x="29516" y="2826"/>
                    <a:pt x="29820" y="2340"/>
                  </a:cubicBezTo>
                  <a:moveTo>
                    <a:pt x="22141" y="4720"/>
                  </a:moveTo>
                  <a:cubicBezTo>
                    <a:pt x="22218" y="4238"/>
                    <a:pt x="22339" y="3771"/>
                    <a:pt x="22500" y="3330"/>
                  </a:cubicBezTo>
                  <a:moveTo>
                    <a:pt x="14000" y="5192"/>
                  </a:moveTo>
                  <a:cubicBezTo>
                    <a:pt x="14472" y="5568"/>
                    <a:pt x="14908" y="6021"/>
                    <a:pt x="15300" y="6540"/>
                  </a:cubicBezTo>
                  <a:moveTo>
                    <a:pt x="4127" y="15789"/>
                  </a:moveTo>
                  <a:cubicBezTo>
                    <a:pt x="4024" y="15325"/>
                    <a:pt x="3948" y="14851"/>
                    <a:pt x="3900" y="14370"/>
                  </a:cubicBezTo>
                </a:path>
              </a:pathLst>
            </a:custGeom>
            <a:solidFill>
              <a:schemeClr val="bg1"/>
            </a:solidFill>
            <a:ln w="571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</p:spPr>
          <p:txBody>
            <a:bodyPr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" name="Cloud 31"/>
            <p:cNvSpPr>
              <a:spLocks/>
            </p:cNvSpPr>
            <p:nvPr/>
          </p:nvSpPr>
          <p:spPr bwMode="auto">
            <a:xfrm>
              <a:off x="4200525" y="3175963"/>
              <a:ext cx="795337" cy="668338"/>
            </a:xfrm>
            <a:custGeom>
              <a:avLst/>
              <a:gdLst>
                <a:gd name="T0" fmla="*/ 123204 w 43200"/>
                <a:gd name="T1" fmla="*/ 521208 h 43200"/>
                <a:gd name="T2" fmla="*/ 56706 w 43200"/>
                <a:gd name="T3" fmla="*/ 505339 h 43200"/>
                <a:gd name="T4" fmla="*/ 181879 w 43200"/>
                <a:gd name="T5" fmla="*/ 694871 h 43200"/>
                <a:gd name="T6" fmla="*/ 152791 w 43200"/>
                <a:gd name="T7" fmla="*/ 702457 h 43200"/>
                <a:gd name="T8" fmla="*/ 432593 w 43200"/>
                <a:gd name="T9" fmla="*/ 778318 h 43200"/>
                <a:gd name="T10" fmla="*/ 415056 w 43200"/>
                <a:gd name="T11" fmla="*/ 743673 h 43200"/>
                <a:gd name="T12" fmla="*/ 756789 w 43200"/>
                <a:gd name="T13" fmla="*/ 691925 h 43200"/>
                <a:gd name="T14" fmla="*/ 749779 w 43200"/>
                <a:gd name="T15" fmla="*/ 729935 h 43200"/>
                <a:gd name="T16" fmla="*/ 895981 w 43200"/>
                <a:gd name="T17" fmla="*/ 457035 h 43200"/>
                <a:gd name="T18" fmla="*/ 981329 w 43200"/>
                <a:gd name="T19" fmla="*/ 599120 h 43200"/>
                <a:gd name="T20" fmla="*/ 1097314 w 43200"/>
                <a:gd name="T21" fmla="*/ 305712 h 43200"/>
                <a:gd name="T22" fmla="*/ 1059300 w 43200"/>
                <a:gd name="T23" fmla="*/ 358994 h 43200"/>
                <a:gd name="T24" fmla="*/ 1006111 w 43200"/>
                <a:gd name="T25" fmla="*/ 108037 h 43200"/>
                <a:gd name="T26" fmla="*/ 1008107 w 43200"/>
                <a:gd name="T27" fmla="*/ 133204 h 43200"/>
                <a:gd name="T28" fmla="*/ 763378 w 43200"/>
                <a:gd name="T29" fmla="*/ 78688 h 43200"/>
                <a:gd name="T30" fmla="*/ 782858 w 43200"/>
                <a:gd name="T31" fmla="*/ 46592 h 43200"/>
                <a:gd name="T32" fmla="*/ 581263 w 43200"/>
                <a:gd name="T33" fmla="*/ 93980 h 43200"/>
                <a:gd name="T34" fmla="*/ 590688 w 43200"/>
                <a:gd name="T35" fmla="*/ 66303 h 43200"/>
                <a:gd name="T36" fmla="*/ 367539 w 43200"/>
                <a:gd name="T37" fmla="*/ 103378 h 43200"/>
                <a:gd name="T38" fmla="*/ 401668 w 43200"/>
                <a:gd name="T39" fmla="*/ 130217 h 43200"/>
                <a:gd name="T40" fmla="*/ 108345 w 43200"/>
                <a:gd name="T41" fmla="*/ 314374 h 43200"/>
                <a:gd name="T42" fmla="*/ 102386 w 43200"/>
                <a:gd name="T43" fmla="*/ 286120 h 4320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43200" h="43200">
                  <a:moveTo>
                    <a:pt x="3900" y="14370"/>
                  </a:moveTo>
                  <a:cubicBezTo>
                    <a:pt x="3629" y="11657"/>
                    <a:pt x="4261" y="8921"/>
                    <a:pt x="5623" y="6907"/>
                  </a:cubicBezTo>
                  <a:cubicBezTo>
                    <a:pt x="7775" y="3726"/>
                    <a:pt x="11264" y="3017"/>
                    <a:pt x="14005" y="5202"/>
                  </a:cubicBezTo>
                  <a:cubicBezTo>
                    <a:pt x="15678" y="909"/>
                    <a:pt x="19914" y="22"/>
                    <a:pt x="22456" y="3432"/>
                  </a:cubicBezTo>
                  <a:cubicBezTo>
                    <a:pt x="23097" y="1683"/>
                    <a:pt x="24328" y="474"/>
                    <a:pt x="25749" y="200"/>
                  </a:cubicBezTo>
                  <a:cubicBezTo>
                    <a:pt x="27313" y="-102"/>
                    <a:pt x="28875" y="770"/>
                    <a:pt x="29833" y="2481"/>
                  </a:cubicBezTo>
                  <a:cubicBezTo>
                    <a:pt x="31215" y="267"/>
                    <a:pt x="33501" y="-460"/>
                    <a:pt x="35463" y="690"/>
                  </a:cubicBezTo>
                  <a:cubicBezTo>
                    <a:pt x="36958" y="1566"/>
                    <a:pt x="38030" y="3400"/>
                    <a:pt x="38318" y="5576"/>
                  </a:cubicBezTo>
                  <a:cubicBezTo>
                    <a:pt x="40046" y="6218"/>
                    <a:pt x="41422" y="7998"/>
                    <a:pt x="41982" y="10318"/>
                  </a:cubicBezTo>
                  <a:cubicBezTo>
                    <a:pt x="42389" y="12002"/>
                    <a:pt x="42331" y="13831"/>
                    <a:pt x="41818" y="15460"/>
                  </a:cubicBezTo>
                  <a:cubicBezTo>
                    <a:pt x="43079" y="17694"/>
                    <a:pt x="43520" y="20590"/>
                    <a:pt x="43016" y="23322"/>
                  </a:cubicBezTo>
                  <a:cubicBezTo>
                    <a:pt x="42346" y="26954"/>
                    <a:pt x="40128" y="29674"/>
                    <a:pt x="37404" y="30204"/>
                  </a:cubicBezTo>
                  <a:cubicBezTo>
                    <a:pt x="37391" y="32471"/>
                    <a:pt x="36658" y="34621"/>
                    <a:pt x="35395" y="36101"/>
                  </a:cubicBezTo>
                  <a:cubicBezTo>
                    <a:pt x="33476" y="38350"/>
                    <a:pt x="30704" y="38639"/>
                    <a:pt x="28555" y="36815"/>
                  </a:cubicBezTo>
                  <a:cubicBezTo>
                    <a:pt x="27860" y="39948"/>
                    <a:pt x="25999" y="42343"/>
                    <a:pt x="23667" y="43106"/>
                  </a:cubicBezTo>
                  <a:cubicBezTo>
                    <a:pt x="20919" y="44005"/>
                    <a:pt x="18051" y="42473"/>
                    <a:pt x="16480" y="39266"/>
                  </a:cubicBezTo>
                  <a:cubicBezTo>
                    <a:pt x="12772" y="42310"/>
                    <a:pt x="7956" y="40599"/>
                    <a:pt x="5804" y="35472"/>
                  </a:cubicBezTo>
                  <a:cubicBezTo>
                    <a:pt x="3690" y="35809"/>
                    <a:pt x="1705" y="34024"/>
                    <a:pt x="1110" y="31250"/>
                  </a:cubicBezTo>
                  <a:cubicBezTo>
                    <a:pt x="679" y="29243"/>
                    <a:pt x="1060" y="27077"/>
                    <a:pt x="2113" y="25551"/>
                  </a:cubicBezTo>
                  <a:cubicBezTo>
                    <a:pt x="619" y="24354"/>
                    <a:pt x="-213" y="22057"/>
                    <a:pt x="-5" y="19704"/>
                  </a:cubicBezTo>
                  <a:cubicBezTo>
                    <a:pt x="239" y="16949"/>
                    <a:pt x="1845" y="14791"/>
                    <a:pt x="3863" y="14507"/>
                  </a:cubicBezTo>
                  <a:cubicBezTo>
                    <a:pt x="3875" y="14461"/>
                    <a:pt x="3888" y="14416"/>
                    <a:pt x="3900" y="14370"/>
                  </a:cubicBezTo>
                  <a:close/>
                </a:path>
                <a:path w="43200" h="43200" fill="none">
                  <a:moveTo>
                    <a:pt x="4693" y="26177"/>
                  </a:moveTo>
                  <a:cubicBezTo>
                    <a:pt x="3809" y="26271"/>
                    <a:pt x="2925" y="25993"/>
                    <a:pt x="2160" y="25380"/>
                  </a:cubicBezTo>
                  <a:moveTo>
                    <a:pt x="6928" y="34899"/>
                  </a:moveTo>
                  <a:cubicBezTo>
                    <a:pt x="6573" y="35092"/>
                    <a:pt x="6200" y="35220"/>
                    <a:pt x="5820" y="35280"/>
                  </a:cubicBezTo>
                  <a:moveTo>
                    <a:pt x="16478" y="39090"/>
                  </a:moveTo>
                  <a:cubicBezTo>
                    <a:pt x="16211" y="38544"/>
                    <a:pt x="15987" y="37961"/>
                    <a:pt x="15810" y="37350"/>
                  </a:cubicBezTo>
                  <a:moveTo>
                    <a:pt x="28827" y="34751"/>
                  </a:moveTo>
                  <a:cubicBezTo>
                    <a:pt x="28788" y="35398"/>
                    <a:pt x="28698" y="36038"/>
                    <a:pt x="28560" y="36660"/>
                  </a:cubicBezTo>
                  <a:moveTo>
                    <a:pt x="34129" y="22954"/>
                  </a:moveTo>
                  <a:cubicBezTo>
                    <a:pt x="36133" y="24282"/>
                    <a:pt x="37398" y="27058"/>
                    <a:pt x="37380" y="30090"/>
                  </a:cubicBezTo>
                  <a:moveTo>
                    <a:pt x="41798" y="15354"/>
                  </a:moveTo>
                  <a:cubicBezTo>
                    <a:pt x="41473" y="16386"/>
                    <a:pt x="40978" y="17302"/>
                    <a:pt x="40350" y="18030"/>
                  </a:cubicBezTo>
                  <a:moveTo>
                    <a:pt x="38324" y="5426"/>
                  </a:moveTo>
                  <a:cubicBezTo>
                    <a:pt x="38379" y="5843"/>
                    <a:pt x="38405" y="6266"/>
                    <a:pt x="38400" y="6690"/>
                  </a:cubicBezTo>
                  <a:moveTo>
                    <a:pt x="29078" y="3952"/>
                  </a:moveTo>
                  <a:cubicBezTo>
                    <a:pt x="29267" y="3369"/>
                    <a:pt x="29516" y="2826"/>
                    <a:pt x="29820" y="2340"/>
                  </a:cubicBezTo>
                  <a:moveTo>
                    <a:pt x="22141" y="4720"/>
                  </a:moveTo>
                  <a:cubicBezTo>
                    <a:pt x="22218" y="4238"/>
                    <a:pt x="22339" y="3771"/>
                    <a:pt x="22500" y="3330"/>
                  </a:cubicBezTo>
                  <a:moveTo>
                    <a:pt x="14000" y="5192"/>
                  </a:moveTo>
                  <a:cubicBezTo>
                    <a:pt x="14472" y="5568"/>
                    <a:pt x="14908" y="6021"/>
                    <a:pt x="15300" y="6540"/>
                  </a:cubicBezTo>
                  <a:moveTo>
                    <a:pt x="4127" y="15789"/>
                  </a:moveTo>
                  <a:cubicBezTo>
                    <a:pt x="4024" y="15325"/>
                    <a:pt x="3948" y="14851"/>
                    <a:pt x="3900" y="14370"/>
                  </a:cubicBezTo>
                </a:path>
              </a:pathLst>
            </a:custGeom>
            <a:solidFill>
              <a:schemeClr val="bg1"/>
            </a:solidFill>
            <a:ln w="571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</p:spPr>
          <p:txBody>
            <a:bodyPr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5791200" y="2666688"/>
              <a:ext cx="274638" cy="1555750"/>
            </a:xfrm>
            <a:prstGeom prst="rect">
              <a:avLst/>
            </a:prstGeom>
            <a:noFill/>
            <a:ln w="57150">
              <a:solidFill>
                <a:srgbClr val="000000"/>
              </a:solidFill>
              <a:miter lim="800000"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12" name="Cloud 35"/>
            <p:cNvSpPr>
              <a:spLocks/>
            </p:cNvSpPr>
            <p:nvPr/>
          </p:nvSpPr>
          <p:spPr bwMode="auto">
            <a:xfrm>
              <a:off x="5257800" y="2827026"/>
              <a:ext cx="533400" cy="425450"/>
            </a:xfrm>
            <a:custGeom>
              <a:avLst/>
              <a:gdLst>
                <a:gd name="T0" fmla="*/ 82628 w 43200"/>
                <a:gd name="T1" fmla="*/ 331790 h 43200"/>
                <a:gd name="T2" fmla="*/ 38030 w 43200"/>
                <a:gd name="T3" fmla="*/ 321688 h 43200"/>
                <a:gd name="T4" fmla="*/ 121979 w 43200"/>
                <a:gd name="T5" fmla="*/ 442340 h 43200"/>
                <a:gd name="T6" fmla="*/ 102471 w 43200"/>
                <a:gd name="T7" fmla="*/ 447169 h 43200"/>
                <a:gd name="T8" fmla="*/ 290123 w 43200"/>
                <a:gd name="T9" fmla="*/ 495460 h 43200"/>
                <a:gd name="T10" fmla="*/ 278361 w 43200"/>
                <a:gd name="T11" fmla="*/ 473406 h 43200"/>
                <a:gd name="T12" fmla="*/ 507547 w 43200"/>
                <a:gd name="T13" fmla="*/ 440464 h 43200"/>
                <a:gd name="T14" fmla="*/ 502846 w 43200"/>
                <a:gd name="T15" fmla="*/ 464660 h 43200"/>
                <a:gd name="T16" fmla="*/ 600898 w 43200"/>
                <a:gd name="T17" fmla="*/ 290939 h 43200"/>
                <a:gd name="T18" fmla="*/ 658137 w 43200"/>
                <a:gd name="T19" fmla="*/ 381387 h 43200"/>
                <a:gd name="T20" fmla="*/ 735923 w 43200"/>
                <a:gd name="T21" fmla="*/ 194610 h 43200"/>
                <a:gd name="T22" fmla="*/ 710429 w 43200"/>
                <a:gd name="T23" fmla="*/ 228528 h 43200"/>
                <a:gd name="T24" fmla="*/ 674758 w 43200"/>
                <a:gd name="T25" fmla="*/ 68774 h 43200"/>
                <a:gd name="T26" fmla="*/ 676096 w 43200"/>
                <a:gd name="T27" fmla="*/ 84795 h 43200"/>
                <a:gd name="T28" fmla="*/ 511967 w 43200"/>
                <a:gd name="T29" fmla="*/ 50091 h 43200"/>
                <a:gd name="T30" fmla="*/ 525031 w 43200"/>
                <a:gd name="T31" fmla="*/ 29659 h 43200"/>
                <a:gd name="T32" fmla="*/ 389829 w 43200"/>
                <a:gd name="T33" fmla="*/ 59825 h 43200"/>
                <a:gd name="T34" fmla="*/ 396150 w 43200"/>
                <a:gd name="T35" fmla="*/ 42207 h 43200"/>
                <a:gd name="T36" fmla="*/ 246493 w 43200"/>
                <a:gd name="T37" fmla="*/ 65808 h 43200"/>
                <a:gd name="T38" fmla="*/ 269382 w 43200"/>
                <a:gd name="T39" fmla="*/ 82894 h 43200"/>
                <a:gd name="T40" fmla="*/ 72663 w 43200"/>
                <a:gd name="T41" fmla="*/ 200123 h 43200"/>
                <a:gd name="T42" fmla="*/ 68666 w 43200"/>
                <a:gd name="T43" fmla="*/ 182138 h 4320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43200" h="43200">
                  <a:moveTo>
                    <a:pt x="3900" y="14370"/>
                  </a:moveTo>
                  <a:cubicBezTo>
                    <a:pt x="3629" y="11657"/>
                    <a:pt x="4261" y="8921"/>
                    <a:pt x="5623" y="6907"/>
                  </a:cubicBezTo>
                  <a:cubicBezTo>
                    <a:pt x="7775" y="3726"/>
                    <a:pt x="11264" y="3017"/>
                    <a:pt x="14005" y="5202"/>
                  </a:cubicBezTo>
                  <a:cubicBezTo>
                    <a:pt x="15678" y="909"/>
                    <a:pt x="19914" y="22"/>
                    <a:pt x="22456" y="3432"/>
                  </a:cubicBezTo>
                  <a:cubicBezTo>
                    <a:pt x="23097" y="1683"/>
                    <a:pt x="24328" y="474"/>
                    <a:pt x="25749" y="200"/>
                  </a:cubicBezTo>
                  <a:cubicBezTo>
                    <a:pt x="27313" y="-102"/>
                    <a:pt x="28875" y="770"/>
                    <a:pt x="29833" y="2481"/>
                  </a:cubicBezTo>
                  <a:cubicBezTo>
                    <a:pt x="31215" y="267"/>
                    <a:pt x="33501" y="-460"/>
                    <a:pt x="35463" y="690"/>
                  </a:cubicBezTo>
                  <a:cubicBezTo>
                    <a:pt x="36958" y="1566"/>
                    <a:pt x="38030" y="3400"/>
                    <a:pt x="38318" y="5576"/>
                  </a:cubicBezTo>
                  <a:cubicBezTo>
                    <a:pt x="40046" y="6218"/>
                    <a:pt x="41422" y="7998"/>
                    <a:pt x="41982" y="10318"/>
                  </a:cubicBezTo>
                  <a:cubicBezTo>
                    <a:pt x="42389" y="12002"/>
                    <a:pt x="42331" y="13831"/>
                    <a:pt x="41818" y="15460"/>
                  </a:cubicBezTo>
                  <a:cubicBezTo>
                    <a:pt x="43079" y="17694"/>
                    <a:pt x="43520" y="20590"/>
                    <a:pt x="43016" y="23322"/>
                  </a:cubicBezTo>
                  <a:cubicBezTo>
                    <a:pt x="42346" y="26954"/>
                    <a:pt x="40128" y="29674"/>
                    <a:pt x="37404" y="30204"/>
                  </a:cubicBezTo>
                  <a:cubicBezTo>
                    <a:pt x="37391" y="32471"/>
                    <a:pt x="36658" y="34621"/>
                    <a:pt x="35395" y="36101"/>
                  </a:cubicBezTo>
                  <a:cubicBezTo>
                    <a:pt x="33476" y="38350"/>
                    <a:pt x="30704" y="38639"/>
                    <a:pt x="28555" y="36815"/>
                  </a:cubicBezTo>
                  <a:cubicBezTo>
                    <a:pt x="27860" y="39948"/>
                    <a:pt x="25999" y="42343"/>
                    <a:pt x="23667" y="43106"/>
                  </a:cubicBezTo>
                  <a:cubicBezTo>
                    <a:pt x="20919" y="44005"/>
                    <a:pt x="18051" y="42473"/>
                    <a:pt x="16480" y="39266"/>
                  </a:cubicBezTo>
                  <a:cubicBezTo>
                    <a:pt x="12772" y="42310"/>
                    <a:pt x="7956" y="40599"/>
                    <a:pt x="5804" y="35472"/>
                  </a:cubicBezTo>
                  <a:cubicBezTo>
                    <a:pt x="3690" y="35809"/>
                    <a:pt x="1705" y="34024"/>
                    <a:pt x="1110" y="31250"/>
                  </a:cubicBezTo>
                  <a:cubicBezTo>
                    <a:pt x="679" y="29243"/>
                    <a:pt x="1060" y="27077"/>
                    <a:pt x="2113" y="25551"/>
                  </a:cubicBezTo>
                  <a:cubicBezTo>
                    <a:pt x="619" y="24354"/>
                    <a:pt x="-213" y="22057"/>
                    <a:pt x="-5" y="19704"/>
                  </a:cubicBezTo>
                  <a:cubicBezTo>
                    <a:pt x="239" y="16949"/>
                    <a:pt x="1845" y="14791"/>
                    <a:pt x="3863" y="14507"/>
                  </a:cubicBezTo>
                  <a:cubicBezTo>
                    <a:pt x="3875" y="14461"/>
                    <a:pt x="3888" y="14416"/>
                    <a:pt x="3900" y="14370"/>
                  </a:cubicBezTo>
                  <a:close/>
                </a:path>
                <a:path w="43200" h="43200" fill="none">
                  <a:moveTo>
                    <a:pt x="4693" y="26177"/>
                  </a:moveTo>
                  <a:cubicBezTo>
                    <a:pt x="3809" y="26271"/>
                    <a:pt x="2925" y="25993"/>
                    <a:pt x="2160" y="25380"/>
                  </a:cubicBezTo>
                  <a:moveTo>
                    <a:pt x="6928" y="34899"/>
                  </a:moveTo>
                  <a:cubicBezTo>
                    <a:pt x="6573" y="35092"/>
                    <a:pt x="6200" y="35220"/>
                    <a:pt x="5820" y="35280"/>
                  </a:cubicBezTo>
                  <a:moveTo>
                    <a:pt x="16478" y="39090"/>
                  </a:moveTo>
                  <a:cubicBezTo>
                    <a:pt x="16211" y="38544"/>
                    <a:pt x="15987" y="37961"/>
                    <a:pt x="15810" y="37350"/>
                  </a:cubicBezTo>
                  <a:moveTo>
                    <a:pt x="28827" y="34751"/>
                  </a:moveTo>
                  <a:cubicBezTo>
                    <a:pt x="28788" y="35398"/>
                    <a:pt x="28698" y="36038"/>
                    <a:pt x="28560" y="36660"/>
                  </a:cubicBezTo>
                  <a:moveTo>
                    <a:pt x="34129" y="22954"/>
                  </a:moveTo>
                  <a:cubicBezTo>
                    <a:pt x="36133" y="24282"/>
                    <a:pt x="37398" y="27058"/>
                    <a:pt x="37380" y="30090"/>
                  </a:cubicBezTo>
                  <a:moveTo>
                    <a:pt x="41798" y="15354"/>
                  </a:moveTo>
                  <a:cubicBezTo>
                    <a:pt x="41473" y="16386"/>
                    <a:pt x="40978" y="17302"/>
                    <a:pt x="40350" y="18030"/>
                  </a:cubicBezTo>
                  <a:moveTo>
                    <a:pt x="38324" y="5426"/>
                  </a:moveTo>
                  <a:cubicBezTo>
                    <a:pt x="38379" y="5843"/>
                    <a:pt x="38405" y="6266"/>
                    <a:pt x="38400" y="6690"/>
                  </a:cubicBezTo>
                  <a:moveTo>
                    <a:pt x="29078" y="3952"/>
                  </a:moveTo>
                  <a:cubicBezTo>
                    <a:pt x="29267" y="3369"/>
                    <a:pt x="29516" y="2826"/>
                    <a:pt x="29820" y="2340"/>
                  </a:cubicBezTo>
                  <a:moveTo>
                    <a:pt x="22141" y="4720"/>
                  </a:moveTo>
                  <a:cubicBezTo>
                    <a:pt x="22218" y="4238"/>
                    <a:pt x="22339" y="3771"/>
                    <a:pt x="22500" y="3330"/>
                  </a:cubicBezTo>
                  <a:moveTo>
                    <a:pt x="14000" y="5192"/>
                  </a:moveTo>
                  <a:cubicBezTo>
                    <a:pt x="14472" y="5568"/>
                    <a:pt x="14908" y="6021"/>
                    <a:pt x="15300" y="6540"/>
                  </a:cubicBezTo>
                  <a:moveTo>
                    <a:pt x="4127" y="15789"/>
                  </a:moveTo>
                  <a:cubicBezTo>
                    <a:pt x="4024" y="15325"/>
                    <a:pt x="3948" y="14851"/>
                    <a:pt x="3900" y="14370"/>
                  </a:cubicBezTo>
                </a:path>
              </a:pathLst>
            </a:custGeom>
            <a:solidFill>
              <a:schemeClr val="bg1"/>
            </a:solidFill>
            <a:ln w="571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</p:spPr>
          <p:txBody>
            <a:bodyPr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" name="Cloud 36"/>
            <p:cNvSpPr>
              <a:spLocks/>
            </p:cNvSpPr>
            <p:nvPr/>
          </p:nvSpPr>
          <p:spPr bwMode="auto">
            <a:xfrm>
              <a:off x="5271293" y="3631576"/>
              <a:ext cx="506413" cy="425450"/>
            </a:xfrm>
            <a:custGeom>
              <a:avLst/>
              <a:gdLst>
                <a:gd name="T0" fmla="*/ 78448 w 43200"/>
                <a:gd name="T1" fmla="*/ 331790 h 43200"/>
                <a:gd name="T2" fmla="*/ 36106 w 43200"/>
                <a:gd name="T3" fmla="*/ 321688 h 43200"/>
                <a:gd name="T4" fmla="*/ 115807 w 43200"/>
                <a:gd name="T5" fmla="*/ 442340 h 43200"/>
                <a:gd name="T6" fmla="*/ 97286 w 43200"/>
                <a:gd name="T7" fmla="*/ 447169 h 43200"/>
                <a:gd name="T8" fmla="*/ 275444 w 43200"/>
                <a:gd name="T9" fmla="*/ 495460 h 43200"/>
                <a:gd name="T10" fmla="*/ 264278 w 43200"/>
                <a:gd name="T11" fmla="*/ 473406 h 43200"/>
                <a:gd name="T12" fmla="*/ 481868 w 43200"/>
                <a:gd name="T13" fmla="*/ 440464 h 43200"/>
                <a:gd name="T14" fmla="*/ 477405 w 43200"/>
                <a:gd name="T15" fmla="*/ 464660 h 43200"/>
                <a:gd name="T16" fmla="*/ 570495 w 43200"/>
                <a:gd name="T17" fmla="*/ 290939 h 43200"/>
                <a:gd name="T18" fmla="*/ 624839 w 43200"/>
                <a:gd name="T19" fmla="*/ 381387 h 43200"/>
                <a:gd name="T20" fmla="*/ 698689 w 43200"/>
                <a:gd name="T21" fmla="*/ 194610 h 43200"/>
                <a:gd name="T22" fmla="*/ 674485 w 43200"/>
                <a:gd name="T23" fmla="*/ 228528 h 43200"/>
                <a:gd name="T24" fmla="*/ 640618 w 43200"/>
                <a:gd name="T25" fmla="*/ 68774 h 43200"/>
                <a:gd name="T26" fmla="*/ 641889 w 43200"/>
                <a:gd name="T27" fmla="*/ 84795 h 43200"/>
                <a:gd name="T28" fmla="*/ 486064 w 43200"/>
                <a:gd name="T29" fmla="*/ 50091 h 43200"/>
                <a:gd name="T30" fmla="*/ 498467 w 43200"/>
                <a:gd name="T31" fmla="*/ 29659 h 43200"/>
                <a:gd name="T32" fmla="*/ 370106 w 43200"/>
                <a:gd name="T33" fmla="*/ 59825 h 43200"/>
                <a:gd name="T34" fmla="*/ 376107 w 43200"/>
                <a:gd name="T35" fmla="*/ 42207 h 43200"/>
                <a:gd name="T36" fmla="*/ 234022 w 43200"/>
                <a:gd name="T37" fmla="*/ 65808 h 43200"/>
                <a:gd name="T38" fmla="*/ 255753 w 43200"/>
                <a:gd name="T39" fmla="*/ 82894 h 43200"/>
                <a:gd name="T40" fmla="*/ 68986 w 43200"/>
                <a:gd name="T41" fmla="*/ 200123 h 43200"/>
                <a:gd name="T42" fmla="*/ 65192 w 43200"/>
                <a:gd name="T43" fmla="*/ 182138 h 4320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43200" h="43200">
                  <a:moveTo>
                    <a:pt x="3900" y="14370"/>
                  </a:moveTo>
                  <a:cubicBezTo>
                    <a:pt x="3629" y="11657"/>
                    <a:pt x="4261" y="8921"/>
                    <a:pt x="5623" y="6907"/>
                  </a:cubicBezTo>
                  <a:cubicBezTo>
                    <a:pt x="7775" y="3726"/>
                    <a:pt x="11264" y="3017"/>
                    <a:pt x="14005" y="5202"/>
                  </a:cubicBezTo>
                  <a:cubicBezTo>
                    <a:pt x="15678" y="909"/>
                    <a:pt x="19914" y="22"/>
                    <a:pt x="22456" y="3432"/>
                  </a:cubicBezTo>
                  <a:cubicBezTo>
                    <a:pt x="23097" y="1683"/>
                    <a:pt x="24328" y="474"/>
                    <a:pt x="25749" y="200"/>
                  </a:cubicBezTo>
                  <a:cubicBezTo>
                    <a:pt x="27313" y="-102"/>
                    <a:pt x="28875" y="770"/>
                    <a:pt x="29833" y="2481"/>
                  </a:cubicBezTo>
                  <a:cubicBezTo>
                    <a:pt x="31215" y="267"/>
                    <a:pt x="33501" y="-460"/>
                    <a:pt x="35463" y="690"/>
                  </a:cubicBezTo>
                  <a:cubicBezTo>
                    <a:pt x="36958" y="1566"/>
                    <a:pt x="38030" y="3400"/>
                    <a:pt x="38318" y="5576"/>
                  </a:cubicBezTo>
                  <a:cubicBezTo>
                    <a:pt x="40046" y="6218"/>
                    <a:pt x="41422" y="7998"/>
                    <a:pt x="41982" y="10318"/>
                  </a:cubicBezTo>
                  <a:cubicBezTo>
                    <a:pt x="42389" y="12002"/>
                    <a:pt x="42331" y="13831"/>
                    <a:pt x="41818" y="15460"/>
                  </a:cubicBezTo>
                  <a:cubicBezTo>
                    <a:pt x="43079" y="17694"/>
                    <a:pt x="43520" y="20590"/>
                    <a:pt x="43016" y="23322"/>
                  </a:cubicBezTo>
                  <a:cubicBezTo>
                    <a:pt x="42346" y="26954"/>
                    <a:pt x="40128" y="29674"/>
                    <a:pt x="37404" y="30204"/>
                  </a:cubicBezTo>
                  <a:cubicBezTo>
                    <a:pt x="37391" y="32471"/>
                    <a:pt x="36658" y="34621"/>
                    <a:pt x="35395" y="36101"/>
                  </a:cubicBezTo>
                  <a:cubicBezTo>
                    <a:pt x="33476" y="38350"/>
                    <a:pt x="30704" y="38639"/>
                    <a:pt x="28555" y="36815"/>
                  </a:cubicBezTo>
                  <a:cubicBezTo>
                    <a:pt x="27860" y="39948"/>
                    <a:pt x="25999" y="42343"/>
                    <a:pt x="23667" y="43106"/>
                  </a:cubicBezTo>
                  <a:cubicBezTo>
                    <a:pt x="20919" y="44005"/>
                    <a:pt x="18051" y="42473"/>
                    <a:pt x="16480" y="39266"/>
                  </a:cubicBezTo>
                  <a:cubicBezTo>
                    <a:pt x="12772" y="42310"/>
                    <a:pt x="7956" y="40599"/>
                    <a:pt x="5804" y="35472"/>
                  </a:cubicBezTo>
                  <a:cubicBezTo>
                    <a:pt x="3690" y="35809"/>
                    <a:pt x="1705" y="34024"/>
                    <a:pt x="1110" y="31250"/>
                  </a:cubicBezTo>
                  <a:cubicBezTo>
                    <a:pt x="679" y="29243"/>
                    <a:pt x="1060" y="27077"/>
                    <a:pt x="2113" y="25551"/>
                  </a:cubicBezTo>
                  <a:cubicBezTo>
                    <a:pt x="619" y="24354"/>
                    <a:pt x="-213" y="22057"/>
                    <a:pt x="-5" y="19704"/>
                  </a:cubicBezTo>
                  <a:cubicBezTo>
                    <a:pt x="239" y="16949"/>
                    <a:pt x="1845" y="14791"/>
                    <a:pt x="3863" y="14507"/>
                  </a:cubicBezTo>
                  <a:cubicBezTo>
                    <a:pt x="3875" y="14461"/>
                    <a:pt x="3888" y="14416"/>
                    <a:pt x="3900" y="14370"/>
                  </a:cubicBezTo>
                  <a:close/>
                </a:path>
                <a:path w="43200" h="43200" fill="none">
                  <a:moveTo>
                    <a:pt x="4693" y="26177"/>
                  </a:moveTo>
                  <a:cubicBezTo>
                    <a:pt x="3809" y="26271"/>
                    <a:pt x="2925" y="25993"/>
                    <a:pt x="2160" y="25380"/>
                  </a:cubicBezTo>
                  <a:moveTo>
                    <a:pt x="6928" y="34899"/>
                  </a:moveTo>
                  <a:cubicBezTo>
                    <a:pt x="6573" y="35092"/>
                    <a:pt x="6200" y="35220"/>
                    <a:pt x="5820" y="35280"/>
                  </a:cubicBezTo>
                  <a:moveTo>
                    <a:pt x="16478" y="39090"/>
                  </a:moveTo>
                  <a:cubicBezTo>
                    <a:pt x="16211" y="38544"/>
                    <a:pt x="15987" y="37961"/>
                    <a:pt x="15810" y="37350"/>
                  </a:cubicBezTo>
                  <a:moveTo>
                    <a:pt x="28827" y="34751"/>
                  </a:moveTo>
                  <a:cubicBezTo>
                    <a:pt x="28788" y="35398"/>
                    <a:pt x="28698" y="36038"/>
                    <a:pt x="28560" y="36660"/>
                  </a:cubicBezTo>
                  <a:moveTo>
                    <a:pt x="34129" y="22954"/>
                  </a:moveTo>
                  <a:cubicBezTo>
                    <a:pt x="36133" y="24282"/>
                    <a:pt x="37398" y="27058"/>
                    <a:pt x="37380" y="30090"/>
                  </a:cubicBezTo>
                  <a:moveTo>
                    <a:pt x="41798" y="15354"/>
                  </a:moveTo>
                  <a:cubicBezTo>
                    <a:pt x="41473" y="16386"/>
                    <a:pt x="40978" y="17302"/>
                    <a:pt x="40350" y="18030"/>
                  </a:cubicBezTo>
                  <a:moveTo>
                    <a:pt x="38324" y="5426"/>
                  </a:moveTo>
                  <a:cubicBezTo>
                    <a:pt x="38379" y="5843"/>
                    <a:pt x="38405" y="6266"/>
                    <a:pt x="38400" y="6690"/>
                  </a:cubicBezTo>
                  <a:moveTo>
                    <a:pt x="29078" y="3952"/>
                  </a:moveTo>
                  <a:cubicBezTo>
                    <a:pt x="29267" y="3369"/>
                    <a:pt x="29516" y="2826"/>
                    <a:pt x="29820" y="2340"/>
                  </a:cubicBezTo>
                  <a:moveTo>
                    <a:pt x="22141" y="4720"/>
                  </a:moveTo>
                  <a:cubicBezTo>
                    <a:pt x="22218" y="4238"/>
                    <a:pt x="22339" y="3771"/>
                    <a:pt x="22500" y="3330"/>
                  </a:cubicBezTo>
                  <a:moveTo>
                    <a:pt x="14000" y="5192"/>
                  </a:moveTo>
                  <a:cubicBezTo>
                    <a:pt x="14472" y="5568"/>
                    <a:pt x="14908" y="6021"/>
                    <a:pt x="15300" y="6540"/>
                  </a:cubicBezTo>
                  <a:moveTo>
                    <a:pt x="4127" y="15789"/>
                  </a:moveTo>
                  <a:cubicBezTo>
                    <a:pt x="4024" y="15325"/>
                    <a:pt x="3948" y="14851"/>
                    <a:pt x="3900" y="14370"/>
                  </a:cubicBezTo>
                </a:path>
              </a:pathLst>
            </a:custGeom>
            <a:solidFill>
              <a:schemeClr val="bg1"/>
            </a:solidFill>
            <a:ln w="571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</p:spPr>
          <p:txBody>
            <a:bodyPr anchor="ctr"/>
            <a:lstStyle/>
            <a:p>
              <a:pPr>
                <a:defRPr/>
              </a:pPr>
              <a:endParaRPr lang="en-US"/>
            </a:p>
          </p:txBody>
        </p:sp>
        <p:cxnSp>
          <p:nvCxnSpPr>
            <p:cNvPr id="14" name="Straight Arrow Connector 13"/>
            <p:cNvCxnSpPr>
              <a:cxnSpLocks noChangeShapeType="1"/>
            </p:cNvCxnSpPr>
            <p:nvPr/>
          </p:nvCxnSpPr>
          <p:spPr bwMode="auto">
            <a:xfrm flipV="1">
              <a:off x="2976263" y="4268475"/>
              <a:ext cx="0" cy="200025"/>
            </a:xfrm>
            <a:prstGeom prst="straightConnector1">
              <a:avLst/>
            </a:prstGeom>
            <a:noFill/>
            <a:ln w="57150">
              <a:solidFill>
                <a:srgbClr val="000000"/>
              </a:solidFill>
              <a:miter lim="800000"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cxnSp>
        <p:sp>
          <p:nvSpPr>
            <p:cNvPr id="18" name="Rectangle 17"/>
            <p:cNvSpPr>
              <a:spLocks noChangeArrowheads="1"/>
            </p:cNvSpPr>
            <p:nvPr/>
          </p:nvSpPr>
          <p:spPr bwMode="auto">
            <a:xfrm>
              <a:off x="3935906" y="2666688"/>
              <a:ext cx="265112" cy="1601787"/>
            </a:xfrm>
            <a:prstGeom prst="rect">
              <a:avLst/>
            </a:prstGeom>
            <a:noFill/>
            <a:ln w="57150">
              <a:solidFill>
                <a:srgbClr val="000000"/>
              </a:solidFill>
              <a:miter lim="800000"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cxnSp>
          <p:nvCxnSpPr>
            <p:cNvPr id="20" name="Straight Arrow Connector 19"/>
            <p:cNvCxnSpPr>
              <a:cxnSpLocks noChangeShapeType="1"/>
            </p:cNvCxnSpPr>
            <p:nvPr/>
          </p:nvCxnSpPr>
          <p:spPr bwMode="auto">
            <a:xfrm flipV="1">
              <a:off x="2900063" y="4161634"/>
              <a:ext cx="80663" cy="100011"/>
            </a:xfrm>
            <a:prstGeom prst="straightConnector1">
              <a:avLst/>
            </a:prstGeom>
            <a:noFill/>
            <a:ln w="57150">
              <a:solidFill>
                <a:srgbClr val="000000"/>
              </a:solidFill>
              <a:miter lim="800000"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cxnSp>
        <p:cxnSp>
          <p:nvCxnSpPr>
            <p:cNvPr id="22" name="Straight Arrow Connector 21"/>
            <p:cNvCxnSpPr>
              <a:cxnSpLocks noChangeShapeType="1"/>
            </p:cNvCxnSpPr>
            <p:nvPr/>
          </p:nvCxnSpPr>
          <p:spPr bwMode="auto">
            <a:xfrm flipH="1" flipV="1">
              <a:off x="2976263" y="4168464"/>
              <a:ext cx="80663" cy="100011"/>
            </a:xfrm>
            <a:prstGeom prst="straightConnector1">
              <a:avLst/>
            </a:prstGeom>
            <a:noFill/>
            <a:ln w="57150">
              <a:solidFill>
                <a:srgbClr val="000000"/>
              </a:solidFill>
              <a:miter lim="800000"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cxnSp>
        <p:sp>
          <p:nvSpPr>
            <p:cNvPr id="23" name="Rectangle 22"/>
            <p:cNvSpPr>
              <a:spLocks noChangeArrowheads="1"/>
            </p:cNvSpPr>
            <p:nvPr/>
          </p:nvSpPr>
          <p:spPr bwMode="auto">
            <a:xfrm>
              <a:off x="4999037" y="2659858"/>
              <a:ext cx="265112" cy="1601787"/>
            </a:xfrm>
            <a:prstGeom prst="rect">
              <a:avLst/>
            </a:prstGeom>
            <a:noFill/>
            <a:ln w="57150">
              <a:solidFill>
                <a:srgbClr val="000000"/>
              </a:solidFill>
              <a:miter lim="800000"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cxnSp>
          <p:nvCxnSpPr>
            <p:cNvPr id="24" name="Straight Arrow Connector 23"/>
            <p:cNvCxnSpPr>
              <a:cxnSpLocks noChangeShapeType="1"/>
            </p:cNvCxnSpPr>
            <p:nvPr/>
          </p:nvCxnSpPr>
          <p:spPr bwMode="auto">
            <a:xfrm flipV="1">
              <a:off x="4068462" y="4270856"/>
              <a:ext cx="0" cy="200025"/>
            </a:xfrm>
            <a:prstGeom prst="straightConnector1">
              <a:avLst/>
            </a:prstGeom>
            <a:noFill/>
            <a:ln w="57150">
              <a:solidFill>
                <a:srgbClr val="000000"/>
              </a:solidFill>
              <a:miter lim="800000"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cxnSp>
        <p:cxnSp>
          <p:nvCxnSpPr>
            <p:cNvPr id="25" name="Straight Arrow Connector 24"/>
            <p:cNvCxnSpPr>
              <a:cxnSpLocks noChangeShapeType="1"/>
            </p:cNvCxnSpPr>
            <p:nvPr/>
          </p:nvCxnSpPr>
          <p:spPr bwMode="auto">
            <a:xfrm flipV="1">
              <a:off x="3992262" y="4164015"/>
              <a:ext cx="80663" cy="100011"/>
            </a:xfrm>
            <a:prstGeom prst="straightConnector1">
              <a:avLst/>
            </a:prstGeom>
            <a:noFill/>
            <a:ln w="57150">
              <a:solidFill>
                <a:srgbClr val="000000"/>
              </a:solidFill>
              <a:miter lim="800000"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cxnSp>
        <p:cxnSp>
          <p:nvCxnSpPr>
            <p:cNvPr id="26" name="Straight Arrow Connector 25"/>
            <p:cNvCxnSpPr>
              <a:cxnSpLocks noChangeShapeType="1"/>
            </p:cNvCxnSpPr>
            <p:nvPr/>
          </p:nvCxnSpPr>
          <p:spPr bwMode="auto">
            <a:xfrm flipH="1" flipV="1">
              <a:off x="4068462" y="4170845"/>
              <a:ext cx="80663" cy="100011"/>
            </a:xfrm>
            <a:prstGeom prst="straightConnector1">
              <a:avLst/>
            </a:prstGeom>
            <a:noFill/>
            <a:ln w="57150">
              <a:solidFill>
                <a:srgbClr val="000000"/>
              </a:solidFill>
              <a:miter lim="800000"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cxnSp>
        <p:cxnSp>
          <p:nvCxnSpPr>
            <p:cNvPr id="27" name="Straight Arrow Connector 26"/>
            <p:cNvCxnSpPr>
              <a:cxnSpLocks noChangeShapeType="1"/>
            </p:cNvCxnSpPr>
            <p:nvPr/>
          </p:nvCxnSpPr>
          <p:spPr bwMode="auto">
            <a:xfrm flipV="1">
              <a:off x="5131593" y="4261645"/>
              <a:ext cx="0" cy="200025"/>
            </a:xfrm>
            <a:prstGeom prst="straightConnector1">
              <a:avLst/>
            </a:prstGeom>
            <a:noFill/>
            <a:ln w="57150">
              <a:solidFill>
                <a:srgbClr val="000000"/>
              </a:solidFill>
              <a:miter lim="800000"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cxnSp>
        <p:cxnSp>
          <p:nvCxnSpPr>
            <p:cNvPr id="28" name="Straight Arrow Connector 27"/>
            <p:cNvCxnSpPr>
              <a:cxnSpLocks noChangeShapeType="1"/>
            </p:cNvCxnSpPr>
            <p:nvPr/>
          </p:nvCxnSpPr>
          <p:spPr bwMode="auto">
            <a:xfrm flipV="1">
              <a:off x="5055393" y="4154804"/>
              <a:ext cx="80663" cy="100011"/>
            </a:xfrm>
            <a:prstGeom prst="straightConnector1">
              <a:avLst/>
            </a:prstGeom>
            <a:noFill/>
            <a:ln w="57150">
              <a:solidFill>
                <a:srgbClr val="000000"/>
              </a:solidFill>
              <a:miter lim="800000"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cxnSp>
        <p:cxnSp>
          <p:nvCxnSpPr>
            <p:cNvPr id="29" name="Straight Arrow Connector 28"/>
            <p:cNvCxnSpPr>
              <a:cxnSpLocks noChangeShapeType="1"/>
            </p:cNvCxnSpPr>
            <p:nvPr/>
          </p:nvCxnSpPr>
          <p:spPr bwMode="auto">
            <a:xfrm flipH="1" flipV="1">
              <a:off x="5131593" y="4161634"/>
              <a:ext cx="80663" cy="100011"/>
            </a:xfrm>
            <a:prstGeom prst="straightConnector1">
              <a:avLst/>
            </a:prstGeom>
            <a:noFill/>
            <a:ln w="57150">
              <a:solidFill>
                <a:srgbClr val="000000"/>
              </a:solidFill>
              <a:miter lim="800000"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cxnSp>
        <p:cxnSp>
          <p:nvCxnSpPr>
            <p:cNvPr id="30" name="Straight Arrow Connector 29"/>
            <p:cNvCxnSpPr>
              <a:cxnSpLocks noChangeShapeType="1"/>
            </p:cNvCxnSpPr>
            <p:nvPr/>
          </p:nvCxnSpPr>
          <p:spPr bwMode="auto">
            <a:xfrm flipV="1">
              <a:off x="5928519" y="4229582"/>
              <a:ext cx="0" cy="200025"/>
            </a:xfrm>
            <a:prstGeom prst="straightConnector1">
              <a:avLst/>
            </a:prstGeom>
            <a:noFill/>
            <a:ln w="57150">
              <a:solidFill>
                <a:srgbClr val="000000"/>
              </a:solidFill>
              <a:miter lim="800000"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cxnSp>
        <p:cxnSp>
          <p:nvCxnSpPr>
            <p:cNvPr id="31" name="Straight Arrow Connector 30"/>
            <p:cNvCxnSpPr>
              <a:cxnSpLocks noChangeShapeType="1"/>
            </p:cNvCxnSpPr>
            <p:nvPr/>
          </p:nvCxnSpPr>
          <p:spPr bwMode="auto">
            <a:xfrm flipV="1">
              <a:off x="5852319" y="4122741"/>
              <a:ext cx="80663" cy="100011"/>
            </a:xfrm>
            <a:prstGeom prst="straightConnector1">
              <a:avLst/>
            </a:prstGeom>
            <a:noFill/>
            <a:ln w="57150">
              <a:solidFill>
                <a:srgbClr val="000000"/>
              </a:solidFill>
              <a:miter lim="800000"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cxnSp>
        <p:cxnSp>
          <p:nvCxnSpPr>
            <p:cNvPr id="32" name="Straight Arrow Connector 31"/>
            <p:cNvCxnSpPr>
              <a:cxnSpLocks noChangeShapeType="1"/>
            </p:cNvCxnSpPr>
            <p:nvPr/>
          </p:nvCxnSpPr>
          <p:spPr bwMode="auto">
            <a:xfrm flipH="1" flipV="1">
              <a:off x="5928519" y="4129571"/>
              <a:ext cx="80663" cy="100011"/>
            </a:xfrm>
            <a:prstGeom prst="straightConnector1">
              <a:avLst/>
            </a:prstGeom>
            <a:noFill/>
            <a:ln w="57150">
              <a:solidFill>
                <a:srgbClr val="000000"/>
              </a:solidFill>
              <a:miter lim="800000"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154927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1920</TotalTime>
  <Words>27</Words>
  <Application>Microsoft Office PowerPoint</Application>
  <PresentationFormat>On-screen Show (4:3)</PresentationFormat>
  <Paragraphs>12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San Francisco State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Hamid Mahmoodi</dc:creator>
  <cp:lastModifiedBy>Hamid Mahmoodi</cp:lastModifiedBy>
  <cp:revision>12</cp:revision>
  <dcterms:created xsi:type="dcterms:W3CDTF">2016-06-20T21:38:45Z</dcterms:created>
  <dcterms:modified xsi:type="dcterms:W3CDTF">2016-07-05T21:37:15Z</dcterms:modified>
</cp:coreProperties>
</file>